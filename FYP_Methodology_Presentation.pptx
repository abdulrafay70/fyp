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Multi-Task Hybrid Ensemble Architecture for Breast Cancer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Year Project: Methodology Presentation</a:t>
            </a:r>
          </a:p>
          <a:p>
            <a:r>
              <a:t>Module-Based Implementation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is divided into 3 distinct functional layers:</a:t>
            </a:r>
          </a:p>
          <a:p>
            <a:pPr lvl="1"/>
            <a:r>
              <a:t>1. Preprocessing Layer (Intensity Normalization)</a:t>
            </a:r>
          </a:p>
          <a:p>
            <a:pPr lvl="1"/>
            <a:r>
              <a:t>2. The AI Core (Multi-Task Learning)</a:t>
            </a:r>
          </a:p>
          <a:p>
            <a:pPr lvl="1"/>
            <a:r>
              <a:t>3. Interpretability &amp; UI Layer (Explainable AI)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1: Preprocessing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Ensuring Data Quality &amp; Mathematical Stability</a:t>
            </a:r>
          </a:p>
          <a:p>
            <a:pPr>
              <a:defRPr b="1"/>
            </a:pPr>
            <a:r>
              <a:t>Pixel Rescaling (0.0 - 1.0):</a:t>
            </a:r>
          </a:p>
          <a:p>
            <a:pPr lvl="1"/>
            <a:r>
              <a:t>Converts raw pixel values (0-255) to a normalized scale. Prevents the AI from being 'blinded' by high brightness or 'confused' by darkness.</a:t>
            </a:r>
          </a:p>
          <a:p>
            <a:pPr>
              <a:defRPr b="1"/>
            </a:pPr>
            <a:r>
              <a:t>Noise Reduction (Speckle Filtering):</a:t>
            </a:r>
          </a:p>
          <a:p>
            <a:pPr lvl="1"/>
            <a:r>
              <a:t>Ultrasound images are naturally grainy. Filters smooth out grain while sharpening tumor edges, preventing noise from being misidentified as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2: AI Core - Detection (YOLOv8)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Stage 1: Lesion Localization</a:t>
            </a:r>
          </a:p>
          <a:p>
            <a:pPr>
              <a:defRPr b="1"/>
            </a:pPr>
            <a:r>
              <a:t>YOLO (You Only Look Once):</a:t>
            </a:r>
          </a:p>
          <a:p>
            <a:pPr lvl="1"/>
            <a:r>
              <a:t>A lightning-fast model that scans the entire scan at once. Identifies the Bounding Box (ROI) with high speed and accuracy.</a:t>
            </a:r>
          </a:p>
          <a:p>
            <a:pPr>
              <a:defRPr b="1"/>
            </a:pPr>
            <a:r>
              <a:t>Key Benefit:</a:t>
            </a:r>
          </a:p>
          <a:p>
            <a:pPr lvl="1"/>
            <a:r>
              <a:t>Instantly narrows down the search space to the specific area where the lesion resides (e.g., 10% of the image).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2: AI Core -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Stage 2: Precision Tumor Masking</a:t>
            </a:r>
          </a:p>
          <a:p>
            <a:pPr>
              <a:defRPr b="1"/>
            </a:pPr>
            <a:r>
              <a:t>Attention U-Net:</a:t>
            </a:r>
          </a:p>
          <a:p>
            <a:pPr lvl="1"/>
            <a:r>
              <a:t>Goes beyond a box to find the exact shape. Learns the spatial geometry of the tumor.</a:t>
            </a:r>
          </a:p>
          <a:p>
            <a:pPr>
              <a:defRPr b="1"/>
            </a:pPr>
            <a:r>
              <a:t>The 'Attention' Advantage:</a:t>
            </a:r>
          </a:p>
          <a:p>
            <a:pPr lvl="1"/>
            <a:r>
              <a:t>Forces the model to ignore background healthy tissue and concentrate weights solely on boundary pixels.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2: AI Core -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Stage 3: Hybrid Diagnostic Brains</a:t>
            </a:r>
          </a:p>
          <a:p>
            <a:pPr>
              <a:defRPr b="1"/>
            </a:pPr>
            <a:r>
              <a:t>Ensemble Architecture (ResNet50 + EfficientNetV2):</a:t>
            </a:r>
          </a:p>
          <a:p>
            <a:pPr lvl="1"/>
            <a:r>
              <a:t>ResNet: Excels at understanding overall structure and global features.</a:t>
            </a:r>
          </a:p>
          <a:p>
            <a:pPr lvl="1"/>
            <a:r>
              <a:t>EfficientNet: Optimized for picking up fine, micro-level texture details.</a:t>
            </a:r>
          </a:p>
          <a:p>
            <a:pPr>
              <a:defRPr b="1"/>
            </a:pPr>
            <a:r>
              <a:t>Decision Logic (Soft Voting):</a:t>
            </a:r>
          </a:p>
          <a:p>
            <a:pPr lvl="1"/>
            <a:r>
              <a:t>We average the confidence percentages of both models. Result: A more stable and reliable diagnostic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3: Explainable AI (XAI)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Building Trust with Visual Logic</a:t>
            </a:r>
          </a:p>
          <a:p>
            <a:pPr>
              <a:defRPr b="1"/>
            </a:pPr>
            <a:r>
              <a:t>Grad-CAM++ Heatmaps:</a:t>
            </a:r>
          </a:p>
          <a:p>
            <a:pPr lvl="1"/>
            <a:r>
              <a:t>Highlights internal neurons that 'voted' for the diagnosis. Red areas indicate the most critical features the AI saw.</a:t>
            </a:r>
          </a:p>
          <a:p>
            <a:pPr>
              <a:defRPr b="1"/>
            </a:pPr>
            <a:r>
              <a:t>SHAP Feature Analysis:</a:t>
            </a:r>
          </a:p>
          <a:p>
            <a:pPr lvl="1"/>
            <a:r>
              <a:t>Breaks down 'why' mathematically. Quantifies the impact of shape, edges, and density on the final outcome.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Doctor Sees: Final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1. Original + Bounding Box: Confirms the AI is looking at the correct spot.</a:t>
            </a:r>
          </a:p>
          <a:p>
            <a:pPr>
              <a:defRPr b="1"/>
            </a:pPr>
            <a:r>
              <a:t>2. Tumor Mask Overlay: Visual proof of segmentation. If it matches the doctor's eyes, trust increases.</a:t>
            </a:r>
          </a:p>
          <a:p>
            <a:pPr>
              <a:defRPr b="1"/>
            </a:pPr>
            <a:r>
              <a:t>3. AI Heatmap &amp; Diagnosis: Combines the final confidence score (e.g., 95%) with localized visual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Summary: Why a Multi-Task Approach?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Detection finds the lesion.</a:t>
            </a:r>
          </a:p>
          <a:p>
            <a:r>
              <a:t>• Segmentation measures its shape.</a:t>
            </a:r>
          </a:p>
          <a:p>
            <a:r>
              <a:t>• Classification decides its nature.</a:t>
            </a:r>
          </a:p>
          <a:p>
            <a:pPr>
              <a:defRPr b="1"/>
            </a:pPr>
            <a:r>
              <a:t>Key Takeaway for Teachers:</a:t>
            </a:r>
          </a:p>
          <a:p>
            <a:pPr>
              <a:defRPr i="1"/>
            </a:pPr>
            <a:r>
              <a:t>"By integrating all three stages, we eliminate human error and provide a comprehensive diagnostic report, moving beyond a simple prediction to a complete clinical assistant."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