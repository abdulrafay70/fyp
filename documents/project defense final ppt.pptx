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746" r:id="rId1"/>
  </p:sldMasterIdLst>
  <p:notesMasterIdLst>
    <p:notesMasterId r:id="rId18"/>
  </p:notesMasterIdLst>
  <p:sldIdLst>
    <p:sldId id="256" r:id="rId2"/>
    <p:sldId id="257" r:id="rId3"/>
    <p:sldId id="267" r:id="rId4"/>
    <p:sldId id="266" r:id="rId5"/>
    <p:sldId id="258" r:id="rId6"/>
    <p:sldId id="268" r:id="rId7"/>
    <p:sldId id="259" r:id="rId8"/>
    <p:sldId id="271" r:id="rId9"/>
    <p:sldId id="270" r:id="rId10"/>
    <p:sldId id="276" r:id="rId11"/>
    <p:sldId id="261" r:id="rId12"/>
    <p:sldId id="279" r:id="rId13"/>
    <p:sldId id="277" r:id="rId14"/>
    <p:sldId id="280" r:id="rId15"/>
    <p:sldId id="281" r:id="rId16"/>
    <p:sldId id="278" r:id="rId17"/>
  </p:sldIdLst>
  <p:sldSz cx="18288000" cy="10287000"/>
  <p:notesSz cx="18288000" cy="10287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A5F1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0147" autoAdjust="0"/>
    <p:restoredTop sz="94662" autoAdjust="0"/>
  </p:normalViewPr>
  <p:slideViewPr>
    <p:cSldViewPr>
      <p:cViewPr>
        <p:scale>
          <a:sx n="50" d="100"/>
          <a:sy n="50" d="100"/>
        </p:scale>
        <p:origin x="-48" y="-306"/>
      </p:cViewPr>
      <p:guideLst>
        <p:guide orient="horz" pos="2880"/>
        <p:guide pos="2160"/>
      </p:guideLst>
    </p:cSldViewPr>
  </p:slideViewPr>
  <p:outlineViewPr>
    <p:cViewPr>
      <p:scale>
        <a:sx n="33" d="100"/>
        <a:sy n="33" d="100"/>
      </p:scale>
      <p:origin x="0" y="141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7924800" cy="5159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10358438" y="0"/>
            <a:ext cx="7924800" cy="5159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785E912-7FFF-461C-8D2C-8F68B32CA102}" type="datetimeFigureOut">
              <a:rPr lang="en-US" smtClean="0"/>
              <a:t>6/1/2025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057900" y="1285875"/>
            <a:ext cx="6172200" cy="347186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828800" y="4951413"/>
            <a:ext cx="14630400" cy="4049712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771063"/>
            <a:ext cx="7924800" cy="5159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10358438" y="9771063"/>
            <a:ext cx="7924800" cy="5159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DF6F645-520B-44D0-85AA-7B5D432F76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32086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F6F645-520B-44D0-85AA-7B5D432F76C9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916428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F6F645-520B-44D0-85AA-7B5D432F76C9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250267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F6F645-520B-44D0-85AA-7B5D432F76C9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461075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F6F645-520B-44D0-85AA-7B5D432F76C9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670731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F41BE7-4397-CC38-FCB2-3A8CAFCB600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286000" y="1683545"/>
            <a:ext cx="13716000" cy="3581400"/>
          </a:xfrm>
        </p:spPr>
        <p:txBody>
          <a:bodyPr anchor="b"/>
          <a:lstStyle>
            <a:lvl1pPr algn="ctr">
              <a:defRPr sz="9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6A3C58E-3DDF-AEC1-FBBF-342AF1B317F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286000" y="5403057"/>
            <a:ext cx="13716000" cy="2483643"/>
          </a:xfrm>
        </p:spPr>
        <p:txBody>
          <a:bodyPr/>
          <a:lstStyle>
            <a:lvl1pPr marL="0" indent="0" algn="ctr">
              <a:buNone/>
              <a:defRPr sz="3600"/>
            </a:lvl1pPr>
            <a:lvl2pPr marL="685800" indent="0" algn="ctr">
              <a:buNone/>
              <a:defRPr sz="3000"/>
            </a:lvl2pPr>
            <a:lvl3pPr marL="1371600" indent="0" algn="ctr">
              <a:buNone/>
              <a:defRPr sz="2700"/>
            </a:lvl3pPr>
            <a:lvl4pPr marL="2057400" indent="0" algn="ctr">
              <a:buNone/>
              <a:defRPr sz="2400"/>
            </a:lvl4pPr>
            <a:lvl5pPr marL="2743200" indent="0" algn="ctr">
              <a:buNone/>
              <a:defRPr sz="2400"/>
            </a:lvl5pPr>
            <a:lvl6pPr marL="3429000" indent="0" algn="ctr">
              <a:buNone/>
              <a:defRPr sz="2400"/>
            </a:lvl6pPr>
            <a:lvl7pPr marL="4114800" indent="0" algn="ctr">
              <a:buNone/>
              <a:defRPr sz="2400"/>
            </a:lvl7pPr>
            <a:lvl8pPr marL="4800600" indent="0" algn="ctr">
              <a:buNone/>
              <a:defRPr sz="2400"/>
            </a:lvl8pPr>
            <a:lvl9pPr marL="5486400" indent="0" algn="ctr">
              <a:buNone/>
              <a:defRPr sz="24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57B78F-88BE-E8B5-5CD4-61C086F67D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6/1/2025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220025-D7CF-5CE2-B90E-AEEF6F2B3F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DC93CF-5C77-72B3-07FA-BD82AED786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72848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2E9AE7-84C2-C18C-0A9E-0B153796CB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E00A81-1DC8-C8E0-90A7-930B6A0F20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AA023C5-3F6E-2254-7B77-3B2BF5432C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6/1/2025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24268D-01B9-E896-B54D-765CA04683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7D7766-1770-8603-C45F-152EB3F941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06513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C4BD6E-58EC-93E9-4916-97BA59BC69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47775" y="2564608"/>
            <a:ext cx="15773400" cy="4279106"/>
          </a:xfrm>
        </p:spPr>
        <p:txBody>
          <a:bodyPr anchor="b"/>
          <a:lstStyle>
            <a:lvl1pPr>
              <a:defRPr sz="9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D81C774-885F-B2B2-69D3-4B06BEF939C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47775" y="6884195"/>
            <a:ext cx="15773400" cy="2250281"/>
          </a:xfrm>
        </p:spPr>
        <p:txBody>
          <a:bodyPr/>
          <a:lstStyle>
            <a:lvl1pPr marL="0" indent="0">
              <a:buNone/>
              <a:defRPr sz="3600">
                <a:solidFill>
                  <a:schemeClr val="tx1">
                    <a:tint val="75000"/>
                  </a:schemeClr>
                </a:solidFill>
              </a:defRPr>
            </a:lvl1pPr>
            <a:lvl2pPr marL="685800" indent="0">
              <a:buNone/>
              <a:defRPr sz="3000">
                <a:solidFill>
                  <a:schemeClr val="tx1">
                    <a:tint val="75000"/>
                  </a:schemeClr>
                </a:solidFill>
              </a:defRPr>
            </a:lvl2pPr>
            <a:lvl3pPr marL="1371600" indent="0">
              <a:buNone/>
              <a:defRPr sz="2700">
                <a:solidFill>
                  <a:schemeClr val="tx1">
                    <a:tint val="75000"/>
                  </a:schemeClr>
                </a:solidFill>
              </a:defRPr>
            </a:lvl3pPr>
            <a:lvl4pPr marL="20574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4pPr>
            <a:lvl5pPr marL="27432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5pPr>
            <a:lvl6pPr marL="34290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6pPr>
            <a:lvl7pPr marL="41148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7pPr>
            <a:lvl8pPr marL="48006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8pPr>
            <a:lvl9pPr marL="54864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AC0D27-4864-CE6F-6253-265A850440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6/1/2025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D7836C-EFF8-80AE-6305-4B4CE149D3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8844F6-1ACC-8B21-CC59-63D2B88272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79700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D5FFC9-B1DB-4862-0744-08C8E3D404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B1AC1B-E20B-8D8D-E07B-C51E93C7D28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257300" y="2738438"/>
            <a:ext cx="7772400" cy="65270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C8DB080-AF63-C2CF-CBF2-8A523E22DDF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9258300" y="2738438"/>
            <a:ext cx="7772400" cy="65270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0A30FE4-6401-209E-0A40-83219FE094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6/1/2025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ED4E1E1-85C6-D38E-BF52-15FB3086B0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C12EA17-219D-C671-2345-5629FBA290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92203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CAF3A2-F60D-6139-EC66-0C376659EF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9682" y="547688"/>
            <a:ext cx="15773400" cy="198834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94B7444-768F-D911-0193-BA4613B051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59683" y="2521745"/>
            <a:ext cx="7736681" cy="1235868"/>
          </a:xfrm>
        </p:spPr>
        <p:txBody>
          <a:bodyPr anchor="b"/>
          <a:lstStyle>
            <a:lvl1pPr marL="0" indent="0">
              <a:buNone/>
              <a:defRPr sz="3600" b="1"/>
            </a:lvl1pPr>
            <a:lvl2pPr marL="685800" indent="0">
              <a:buNone/>
              <a:defRPr sz="3000" b="1"/>
            </a:lvl2pPr>
            <a:lvl3pPr marL="1371600" indent="0">
              <a:buNone/>
              <a:defRPr sz="2700" b="1"/>
            </a:lvl3pPr>
            <a:lvl4pPr marL="2057400" indent="0">
              <a:buNone/>
              <a:defRPr sz="2400" b="1"/>
            </a:lvl4pPr>
            <a:lvl5pPr marL="2743200" indent="0">
              <a:buNone/>
              <a:defRPr sz="2400" b="1"/>
            </a:lvl5pPr>
            <a:lvl6pPr marL="3429000" indent="0">
              <a:buNone/>
              <a:defRPr sz="2400" b="1"/>
            </a:lvl6pPr>
            <a:lvl7pPr marL="4114800" indent="0">
              <a:buNone/>
              <a:defRPr sz="2400" b="1"/>
            </a:lvl7pPr>
            <a:lvl8pPr marL="4800600" indent="0">
              <a:buNone/>
              <a:defRPr sz="2400" b="1"/>
            </a:lvl8pPr>
            <a:lvl9pPr marL="5486400" indent="0">
              <a:buNone/>
              <a:defRPr sz="24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EFB26FA-802D-58C6-F126-C522F0D4438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259683" y="3757613"/>
            <a:ext cx="7736681" cy="55268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4C8BDDF-1907-E663-46C0-91A5A813A38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258300" y="2521745"/>
            <a:ext cx="7774782" cy="1235868"/>
          </a:xfrm>
        </p:spPr>
        <p:txBody>
          <a:bodyPr anchor="b"/>
          <a:lstStyle>
            <a:lvl1pPr marL="0" indent="0">
              <a:buNone/>
              <a:defRPr sz="3600" b="1"/>
            </a:lvl1pPr>
            <a:lvl2pPr marL="685800" indent="0">
              <a:buNone/>
              <a:defRPr sz="3000" b="1"/>
            </a:lvl2pPr>
            <a:lvl3pPr marL="1371600" indent="0">
              <a:buNone/>
              <a:defRPr sz="2700" b="1"/>
            </a:lvl3pPr>
            <a:lvl4pPr marL="2057400" indent="0">
              <a:buNone/>
              <a:defRPr sz="2400" b="1"/>
            </a:lvl4pPr>
            <a:lvl5pPr marL="2743200" indent="0">
              <a:buNone/>
              <a:defRPr sz="2400" b="1"/>
            </a:lvl5pPr>
            <a:lvl6pPr marL="3429000" indent="0">
              <a:buNone/>
              <a:defRPr sz="2400" b="1"/>
            </a:lvl6pPr>
            <a:lvl7pPr marL="4114800" indent="0">
              <a:buNone/>
              <a:defRPr sz="2400" b="1"/>
            </a:lvl7pPr>
            <a:lvl8pPr marL="4800600" indent="0">
              <a:buNone/>
              <a:defRPr sz="2400" b="1"/>
            </a:lvl8pPr>
            <a:lvl9pPr marL="5486400" indent="0">
              <a:buNone/>
              <a:defRPr sz="24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BCA85C3-9736-D2D8-49AD-0529EAD50FA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9258300" y="3757613"/>
            <a:ext cx="7774782" cy="55268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EC0F675-086D-F8DF-9291-0DAC23659C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6/1/2025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2550DB3-038F-0A7F-C565-40E97875F2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D3A3DF5-654E-5AF6-5EC1-F0A7E21780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2292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8F1204-796B-D1B8-56E4-89133503D1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B203433-F536-5FE8-BA14-E4D526E90B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6/1/2025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0E7AA39-D4A1-E891-0CDF-175A6AE26A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8ECBF2E-5A00-4E1D-0BAB-3DA6930943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50337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D0AAAC9-D413-8C53-6B36-7E052FA9AA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6/1/2025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032077B-8361-08F3-EE47-3DF7B84F49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CC8CAE5-F874-3847-48B7-3722CB9B4A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71660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FFF211-1E93-C998-3913-DB02560848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9683" y="685800"/>
            <a:ext cx="5898356" cy="2400300"/>
          </a:xfrm>
        </p:spPr>
        <p:txBody>
          <a:bodyPr anchor="b"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E76568-2DC2-8C63-40FC-C08E2CA08D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74782" y="1481138"/>
            <a:ext cx="9258300" cy="7310438"/>
          </a:xfrm>
        </p:spPr>
        <p:txBody>
          <a:bodyPr/>
          <a:lstStyle>
            <a:lvl1pPr>
              <a:defRPr sz="4800"/>
            </a:lvl1pPr>
            <a:lvl2pPr>
              <a:defRPr sz="4200"/>
            </a:lvl2pPr>
            <a:lvl3pPr>
              <a:defRPr sz="3600"/>
            </a:lvl3pPr>
            <a:lvl4pPr>
              <a:defRPr sz="3000"/>
            </a:lvl4pPr>
            <a:lvl5pPr>
              <a:defRPr sz="3000"/>
            </a:lvl5pPr>
            <a:lvl6pPr>
              <a:defRPr sz="3000"/>
            </a:lvl6pPr>
            <a:lvl7pPr>
              <a:defRPr sz="3000"/>
            </a:lvl7pPr>
            <a:lvl8pPr>
              <a:defRPr sz="3000"/>
            </a:lvl8pPr>
            <a:lvl9pPr>
              <a:defRPr sz="3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48D37F2-46C0-E01A-9A45-69995B25E29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259683" y="3086100"/>
            <a:ext cx="5898356" cy="5717382"/>
          </a:xfrm>
        </p:spPr>
        <p:txBody>
          <a:bodyPr/>
          <a:lstStyle>
            <a:lvl1pPr marL="0" indent="0">
              <a:buNone/>
              <a:defRPr sz="2400"/>
            </a:lvl1pPr>
            <a:lvl2pPr marL="685800" indent="0">
              <a:buNone/>
              <a:defRPr sz="2100"/>
            </a:lvl2pPr>
            <a:lvl3pPr marL="1371600" indent="0">
              <a:buNone/>
              <a:defRPr sz="1800"/>
            </a:lvl3pPr>
            <a:lvl4pPr marL="2057400" indent="0">
              <a:buNone/>
              <a:defRPr sz="1500"/>
            </a:lvl4pPr>
            <a:lvl5pPr marL="2743200" indent="0">
              <a:buNone/>
              <a:defRPr sz="1500"/>
            </a:lvl5pPr>
            <a:lvl6pPr marL="3429000" indent="0">
              <a:buNone/>
              <a:defRPr sz="1500"/>
            </a:lvl6pPr>
            <a:lvl7pPr marL="4114800" indent="0">
              <a:buNone/>
              <a:defRPr sz="1500"/>
            </a:lvl7pPr>
            <a:lvl8pPr marL="4800600" indent="0">
              <a:buNone/>
              <a:defRPr sz="1500"/>
            </a:lvl8pPr>
            <a:lvl9pPr marL="5486400" indent="0">
              <a:buNone/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03B944F-7B82-1F54-FB77-D388219854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6/1/2025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3A2B7BC-ECDB-7882-EC5D-A606D94718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A04409E-B14D-7C36-28B3-640118A9F9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49020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3EC7B1-4A87-2E73-51BE-DEC41E678A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9683" y="685800"/>
            <a:ext cx="5898356" cy="2400300"/>
          </a:xfrm>
        </p:spPr>
        <p:txBody>
          <a:bodyPr anchor="b"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0FABC7C-A67A-BAC7-1AB4-D520142D5F7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7774782" y="1481138"/>
            <a:ext cx="9258300" cy="7310438"/>
          </a:xfrm>
        </p:spPr>
        <p:txBody>
          <a:bodyPr/>
          <a:lstStyle>
            <a:lvl1pPr marL="0" indent="0">
              <a:buNone/>
              <a:defRPr sz="4800"/>
            </a:lvl1pPr>
            <a:lvl2pPr marL="685800" indent="0">
              <a:buNone/>
              <a:defRPr sz="4200"/>
            </a:lvl2pPr>
            <a:lvl3pPr marL="1371600" indent="0">
              <a:buNone/>
              <a:defRPr sz="3600"/>
            </a:lvl3pPr>
            <a:lvl4pPr marL="2057400" indent="0">
              <a:buNone/>
              <a:defRPr sz="3000"/>
            </a:lvl4pPr>
            <a:lvl5pPr marL="2743200" indent="0">
              <a:buNone/>
              <a:defRPr sz="3000"/>
            </a:lvl5pPr>
            <a:lvl6pPr marL="3429000" indent="0">
              <a:buNone/>
              <a:defRPr sz="3000"/>
            </a:lvl6pPr>
            <a:lvl7pPr marL="4114800" indent="0">
              <a:buNone/>
              <a:defRPr sz="3000"/>
            </a:lvl7pPr>
            <a:lvl8pPr marL="4800600" indent="0">
              <a:buNone/>
              <a:defRPr sz="3000"/>
            </a:lvl8pPr>
            <a:lvl9pPr marL="5486400" indent="0">
              <a:buNone/>
              <a:defRPr sz="3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F35CCB9-AF66-1171-50BF-51184A91A6F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259683" y="3086100"/>
            <a:ext cx="5898356" cy="5717382"/>
          </a:xfrm>
        </p:spPr>
        <p:txBody>
          <a:bodyPr/>
          <a:lstStyle>
            <a:lvl1pPr marL="0" indent="0">
              <a:buNone/>
              <a:defRPr sz="2400"/>
            </a:lvl1pPr>
            <a:lvl2pPr marL="685800" indent="0">
              <a:buNone/>
              <a:defRPr sz="2100"/>
            </a:lvl2pPr>
            <a:lvl3pPr marL="1371600" indent="0">
              <a:buNone/>
              <a:defRPr sz="1800"/>
            </a:lvl3pPr>
            <a:lvl4pPr marL="2057400" indent="0">
              <a:buNone/>
              <a:defRPr sz="1500"/>
            </a:lvl4pPr>
            <a:lvl5pPr marL="2743200" indent="0">
              <a:buNone/>
              <a:defRPr sz="1500"/>
            </a:lvl5pPr>
            <a:lvl6pPr marL="3429000" indent="0">
              <a:buNone/>
              <a:defRPr sz="1500"/>
            </a:lvl6pPr>
            <a:lvl7pPr marL="4114800" indent="0">
              <a:buNone/>
              <a:defRPr sz="1500"/>
            </a:lvl7pPr>
            <a:lvl8pPr marL="4800600" indent="0">
              <a:buNone/>
              <a:defRPr sz="1500"/>
            </a:lvl8pPr>
            <a:lvl9pPr marL="5486400" indent="0">
              <a:buNone/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23398EC-82AC-EC74-3AA8-2914D8EA23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6/1/2025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405E731-A649-31C4-6E29-FA6A0C4A4F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64D4324-F1F4-73D8-C651-6529C53235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95197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ADCDB2-35DC-2853-F59E-3600F837DC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28CB140-1DC0-8A2B-A702-C65EFEF5038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B44FED-D663-33D6-0C21-15C3A8379D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6/1/2025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F0C840-C3F9-2B4A-0184-6D3B577C0B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9CD375-FF08-660F-E779-51A2867F42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07825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6419DB3-062A-6691-1075-5F16FAB22D3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13087350" y="547688"/>
            <a:ext cx="3943350" cy="8717757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6A62558-2550-57B6-4EFA-41DFD97522D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257300" y="547688"/>
            <a:ext cx="11601450" cy="871775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4DCBC9-1594-1773-7AF2-9378511266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6/1/2025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C538FE-20EA-FE83-A3D7-DF16D7FA45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E2BA9F-E2AD-BCC4-550E-8DCE3BECEA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780761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>
  <p:cSld name="1_Two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300" b="0" i="0">
                <a:solidFill>
                  <a:schemeClr val="bg1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1016000" y="2472713"/>
            <a:ext cx="8157845" cy="69037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8400" b="1" i="0">
                <a:solidFill>
                  <a:schemeClr val="bg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941832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6/1/2025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8233661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7E73FCB-CEAD-0134-A9DC-BC3E15CAD1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7300" y="547688"/>
            <a:ext cx="15773400" cy="198834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F320949-C6E7-212B-0F92-43837AA92C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57300" y="2738438"/>
            <a:ext cx="15773400" cy="65270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D5767E-17C8-190A-B7A7-8E2484C00C7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257300" y="9534526"/>
            <a:ext cx="41148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t>6/1/2025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EB861A-06C7-A680-2982-7381DD06728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057900" y="9534526"/>
            <a:ext cx="61722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A94653-0D08-4AF7-8C8C-3D782258BFE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2915900" y="9534526"/>
            <a:ext cx="41148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01615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7" r:id="rId1"/>
    <p:sldLayoutId id="2147483748" r:id="rId2"/>
    <p:sldLayoutId id="2147483749" r:id="rId3"/>
    <p:sldLayoutId id="2147483750" r:id="rId4"/>
    <p:sldLayoutId id="2147483751" r:id="rId5"/>
    <p:sldLayoutId id="2147483752" r:id="rId6"/>
    <p:sldLayoutId id="2147483753" r:id="rId7"/>
    <p:sldLayoutId id="2147483754" r:id="rId8"/>
    <p:sldLayoutId id="2147483755" r:id="rId9"/>
    <p:sldLayoutId id="2147483756" r:id="rId10"/>
    <p:sldLayoutId id="2147483757" r:id="rId11"/>
    <p:sldLayoutId id="2147483759" r:id="rId12"/>
  </p:sldLayoutIdLst>
  <p:txStyles>
    <p:titleStyle>
      <a:lvl1pPr algn="l" defTabSz="1371600" rtl="0" eaLnBrk="1" latinLnBrk="0" hangingPunct="1">
        <a:lnSpc>
          <a:spcPct val="90000"/>
        </a:lnSpc>
        <a:spcBef>
          <a:spcPct val="0"/>
        </a:spcBef>
        <a:buNone/>
        <a:defRPr sz="6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1371600" rtl="0" eaLnBrk="1" latinLnBrk="0" hangingPunct="1">
        <a:lnSpc>
          <a:spcPct val="90000"/>
        </a:lnSpc>
        <a:spcBef>
          <a:spcPts val="1500"/>
        </a:spcBef>
        <a:buFont typeface="Arial" panose="020B0604020202020204" pitchFamily="34" charset="0"/>
        <a:buChar char="•"/>
        <a:defRPr sz="4200" kern="1200">
          <a:solidFill>
            <a:schemeClr val="tx1"/>
          </a:solidFill>
          <a:latin typeface="+mn-lt"/>
          <a:ea typeface="+mn-ea"/>
          <a:cs typeface="+mn-cs"/>
        </a:defRPr>
      </a:lvl1pPr>
      <a:lvl2pPr marL="10287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2pPr>
      <a:lvl3pPr marL="17145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3000" kern="1200">
          <a:solidFill>
            <a:schemeClr val="tx1"/>
          </a:solidFill>
          <a:latin typeface="+mn-lt"/>
          <a:ea typeface="+mn-ea"/>
          <a:cs typeface="+mn-cs"/>
        </a:defRPr>
      </a:lvl3pPr>
      <a:lvl4pPr marL="24003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4pPr>
      <a:lvl5pPr marL="30861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5pPr>
      <a:lvl6pPr marL="37719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6pPr>
      <a:lvl7pPr marL="44577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7pPr>
      <a:lvl8pPr marL="51435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58293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2pPr>
      <a:lvl3pPr marL="13716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3pPr>
      <a:lvl4pPr marL="20574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5pPr>
      <a:lvl6pPr marL="34290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6pPr>
      <a:lvl7pPr marL="41148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7pPr>
      <a:lvl8pPr marL="48006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54864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/>
          <p:nvPr/>
        </p:nvSpPr>
        <p:spPr>
          <a:xfrm>
            <a:off x="-80514" y="-31357"/>
            <a:ext cx="4343400" cy="3820191"/>
          </a:xfrm>
          <a:custGeom>
            <a:avLst/>
            <a:gdLst/>
            <a:ahLst/>
            <a:cxnLst/>
            <a:rect l="l" t="t" r="r" b="b"/>
            <a:pathLst>
              <a:path w="621030" h="466090">
                <a:moveTo>
                  <a:pt x="479609" y="465968"/>
                </a:moveTo>
                <a:lnTo>
                  <a:pt x="0" y="465968"/>
                </a:lnTo>
                <a:lnTo>
                  <a:pt x="0" y="0"/>
                </a:lnTo>
                <a:lnTo>
                  <a:pt x="479609" y="0"/>
                </a:lnTo>
                <a:lnTo>
                  <a:pt x="620411" y="232359"/>
                </a:lnTo>
                <a:lnTo>
                  <a:pt x="620411" y="233608"/>
                </a:lnTo>
                <a:lnTo>
                  <a:pt x="479609" y="465968"/>
                </a:lnTo>
                <a:close/>
              </a:path>
            </a:pathLst>
          </a:custGeom>
          <a:solidFill>
            <a:srgbClr val="0F6B3C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7" name="object 7"/>
          <p:cNvGrpSpPr/>
          <p:nvPr/>
        </p:nvGrpSpPr>
        <p:grpSpPr>
          <a:xfrm>
            <a:off x="9739350" y="0"/>
            <a:ext cx="8549005" cy="10287000"/>
            <a:chOff x="9739350" y="0"/>
            <a:chExt cx="8549005" cy="10287000"/>
          </a:xfrm>
        </p:grpSpPr>
        <p:sp>
          <p:nvSpPr>
            <p:cNvPr id="8" name="object 8"/>
            <p:cNvSpPr/>
            <p:nvPr/>
          </p:nvSpPr>
          <p:spPr>
            <a:xfrm>
              <a:off x="15680856" y="4432518"/>
              <a:ext cx="2607310" cy="5827395"/>
            </a:xfrm>
            <a:custGeom>
              <a:avLst/>
              <a:gdLst/>
              <a:ahLst/>
              <a:cxnLst/>
              <a:rect l="l" t="t" r="r" b="b"/>
              <a:pathLst>
                <a:path w="2607309" h="5827395">
                  <a:moveTo>
                    <a:pt x="2607143" y="0"/>
                  </a:moveTo>
                  <a:lnTo>
                    <a:pt x="2607143" y="4001556"/>
                  </a:lnTo>
                  <a:lnTo>
                    <a:pt x="0" y="5827114"/>
                  </a:lnTo>
                  <a:lnTo>
                    <a:pt x="0" y="1825529"/>
                  </a:lnTo>
                  <a:lnTo>
                    <a:pt x="2607143" y="0"/>
                  </a:lnTo>
                  <a:close/>
                </a:path>
              </a:pathLst>
            </a:custGeom>
            <a:solidFill>
              <a:srgbClr val="13975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14581190" y="7691468"/>
              <a:ext cx="3707129" cy="2595880"/>
            </a:xfrm>
            <a:custGeom>
              <a:avLst/>
              <a:gdLst/>
              <a:ahLst/>
              <a:cxnLst/>
              <a:rect l="l" t="t" r="r" b="b"/>
              <a:pathLst>
                <a:path w="3707130" h="2595879">
                  <a:moveTo>
                    <a:pt x="3706809" y="0"/>
                  </a:moveTo>
                  <a:lnTo>
                    <a:pt x="3706809" y="2595531"/>
                  </a:lnTo>
                  <a:lnTo>
                    <a:pt x="0" y="2595531"/>
                  </a:lnTo>
                  <a:lnTo>
                    <a:pt x="3706809" y="0"/>
                  </a:lnTo>
                  <a:close/>
                </a:path>
              </a:pathLst>
            </a:custGeom>
            <a:solidFill>
              <a:srgbClr val="0F6B3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12055605" y="7053927"/>
              <a:ext cx="4617720" cy="3233420"/>
            </a:xfrm>
            <a:custGeom>
              <a:avLst/>
              <a:gdLst/>
              <a:ahLst/>
              <a:cxnLst/>
              <a:rect l="l" t="t" r="r" b="b"/>
              <a:pathLst>
                <a:path w="4617719" h="3233420">
                  <a:moveTo>
                    <a:pt x="4617311" y="0"/>
                  </a:moveTo>
                  <a:lnTo>
                    <a:pt x="4617311" y="3233072"/>
                  </a:lnTo>
                  <a:lnTo>
                    <a:pt x="0" y="3233072"/>
                  </a:lnTo>
                  <a:lnTo>
                    <a:pt x="4617311" y="0"/>
                  </a:lnTo>
                  <a:close/>
                </a:path>
              </a:pathLst>
            </a:custGeom>
            <a:solidFill>
              <a:srgbClr val="13975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10697336" y="4963832"/>
              <a:ext cx="7590790" cy="5323205"/>
            </a:xfrm>
            <a:custGeom>
              <a:avLst/>
              <a:gdLst/>
              <a:ahLst/>
              <a:cxnLst/>
              <a:rect l="l" t="t" r="r" b="b"/>
              <a:pathLst>
                <a:path w="7590790" h="5323205">
                  <a:moveTo>
                    <a:pt x="7590663" y="0"/>
                  </a:moveTo>
                  <a:lnTo>
                    <a:pt x="7590663" y="1560352"/>
                  </a:lnTo>
                  <a:lnTo>
                    <a:pt x="2227635" y="5323166"/>
                  </a:lnTo>
                  <a:lnTo>
                    <a:pt x="0" y="5323166"/>
                  </a:lnTo>
                  <a:lnTo>
                    <a:pt x="7590663" y="0"/>
                  </a:lnTo>
                  <a:close/>
                </a:path>
              </a:pathLst>
            </a:custGeom>
            <a:solidFill>
              <a:srgbClr val="0F6B3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" name="object 12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739350" y="1944017"/>
              <a:ext cx="7877174" cy="7877174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0362069" y="2200683"/>
              <a:ext cx="7004957" cy="6997700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13023904" y="9096783"/>
              <a:ext cx="1681480" cy="97790"/>
            </a:xfrm>
            <a:custGeom>
              <a:avLst/>
              <a:gdLst/>
              <a:ahLst/>
              <a:cxnLst/>
              <a:rect l="l" t="t" r="r" b="b"/>
              <a:pathLst>
                <a:path w="1681480" h="97790">
                  <a:moveTo>
                    <a:pt x="541711" y="88899"/>
                  </a:moveTo>
                  <a:lnTo>
                    <a:pt x="553356" y="89924"/>
                  </a:lnTo>
                  <a:lnTo>
                    <a:pt x="600812" y="93454"/>
                  </a:lnTo>
                  <a:lnTo>
                    <a:pt x="648442" y="96352"/>
                  </a:lnTo>
                  <a:lnTo>
                    <a:pt x="673059" y="97516"/>
                  </a:lnTo>
                </a:path>
                <a:path w="1681480" h="97790">
                  <a:moveTo>
                    <a:pt x="1008163" y="97516"/>
                  </a:moveTo>
                  <a:lnTo>
                    <a:pt x="1032780" y="96352"/>
                  </a:lnTo>
                  <a:lnTo>
                    <a:pt x="1080410" y="93454"/>
                  </a:lnTo>
                  <a:lnTo>
                    <a:pt x="1127866" y="89924"/>
                  </a:lnTo>
                  <a:lnTo>
                    <a:pt x="1139511" y="88899"/>
                  </a:lnTo>
                </a:path>
                <a:path w="1681480" h="97790">
                  <a:moveTo>
                    <a:pt x="417452" y="76199"/>
                  </a:moveTo>
                  <a:lnTo>
                    <a:pt x="458981" y="80982"/>
                  </a:lnTo>
                  <a:lnTo>
                    <a:pt x="506077" y="85765"/>
                  </a:lnTo>
                  <a:lnTo>
                    <a:pt x="541711" y="88899"/>
                  </a:lnTo>
                </a:path>
                <a:path w="1681480" h="97790">
                  <a:moveTo>
                    <a:pt x="1139511" y="88899"/>
                  </a:moveTo>
                  <a:lnTo>
                    <a:pt x="1175144" y="85765"/>
                  </a:lnTo>
                  <a:lnTo>
                    <a:pt x="1222241" y="80982"/>
                  </a:lnTo>
                  <a:lnTo>
                    <a:pt x="1263770" y="76199"/>
                  </a:lnTo>
                </a:path>
                <a:path w="1681480" h="97790">
                  <a:moveTo>
                    <a:pt x="322814" y="63499"/>
                  </a:moveTo>
                  <a:lnTo>
                    <a:pt x="365350" y="69561"/>
                  </a:lnTo>
                  <a:lnTo>
                    <a:pt x="412070" y="75580"/>
                  </a:lnTo>
                  <a:lnTo>
                    <a:pt x="417452" y="76199"/>
                  </a:lnTo>
                </a:path>
                <a:path w="1681480" h="97790">
                  <a:moveTo>
                    <a:pt x="1263770" y="76199"/>
                  </a:moveTo>
                  <a:lnTo>
                    <a:pt x="1269152" y="75580"/>
                  </a:lnTo>
                  <a:lnTo>
                    <a:pt x="1315872" y="69561"/>
                  </a:lnTo>
                  <a:lnTo>
                    <a:pt x="1358408" y="63499"/>
                  </a:lnTo>
                </a:path>
                <a:path w="1681480" h="97790">
                  <a:moveTo>
                    <a:pt x="243709" y="50799"/>
                  </a:moveTo>
                  <a:lnTo>
                    <a:pt x="272496" y="55693"/>
                  </a:lnTo>
                  <a:lnTo>
                    <a:pt x="318824" y="62931"/>
                  </a:lnTo>
                  <a:lnTo>
                    <a:pt x="322814" y="63499"/>
                  </a:lnTo>
                </a:path>
                <a:path w="1681480" h="97790">
                  <a:moveTo>
                    <a:pt x="1358408" y="63499"/>
                  </a:moveTo>
                  <a:lnTo>
                    <a:pt x="1362398" y="62931"/>
                  </a:lnTo>
                  <a:lnTo>
                    <a:pt x="1408726" y="55693"/>
                  </a:lnTo>
                  <a:lnTo>
                    <a:pt x="1437513" y="50799"/>
                  </a:lnTo>
                </a:path>
                <a:path w="1681480" h="97790">
                  <a:moveTo>
                    <a:pt x="0" y="0"/>
                  </a:moveTo>
                  <a:lnTo>
                    <a:pt x="43982" y="10539"/>
                  </a:lnTo>
                  <a:lnTo>
                    <a:pt x="89254" y="20751"/>
                  </a:lnTo>
                  <a:lnTo>
                    <a:pt x="134746" y="30377"/>
                  </a:lnTo>
                  <a:lnTo>
                    <a:pt x="180453" y="39412"/>
                  </a:lnTo>
                  <a:lnTo>
                    <a:pt x="226371" y="47852"/>
                  </a:lnTo>
                  <a:lnTo>
                    <a:pt x="243709" y="50799"/>
                  </a:lnTo>
                </a:path>
                <a:path w="1681480" h="97790">
                  <a:moveTo>
                    <a:pt x="1437513" y="50799"/>
                  </a:moveTo>
                  <a:lnTo>
                    <a:pt x="1500769" y="39412"/>
                  </a:lnTo>
                  <a:lnTo>
                    <a:pt x="1546476" y="30377"/>
                  </a:lnTo>
                  <a:lnTo>
                    <a:pt x="1591968" y="20751"/>
                  </a:lnTo>
                  <a:lnTo>
                    <a:pt x="1637240" y="10539"/>
                  </a:lnTo>
                  <a:lnTo>
                    <a:pt x="1681222" y="0"/>
                  </a:lnTo>
                </a:path>
              </a:pathLst>
            </a:custGeom>
            <a:ln w="457199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10136436" y="5551508"/>
              <a:ext cx="457834" cy="2540"/>
            </a:xfrm>
            <a:custGeom>
              <a:avLst/>
              <a:gdLst/>
              <a:ahLst/>
              <a:cxnLst/>
              <a:rect l="l" t="t" r="r" b="b"/>
              <a:pathLst>
                <a:path w="457834" h="2539">
                  <a:moveTo>
                    <a:pt x="0" y="0"/>
                  </a:moveTo>
                  <a:lnTo>
                    <a:pt x="457271" y="0"/>
                  </a:lnTo>
                  <a:lnTo>
                    <a:pt x="457271" y="1976"/>
                  </a:lnTo>
                  <a:lnTo>
                    <a:pt x="0" y="197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10362123" y="4854206"/>
              <a:ext cx="7000875" cy="4243070"/>
            </a:xfrm>
            <a:custGeom>
              <a:avLst/>
              <a:gdLst/>
              <a:ahLst/>
              <a:cxnLst/>
              <a:rect l="l" t="t" r="r" b="b"/>
              <a:pathLst>
                <a:path w="7000875" h="4243070">
                  <a:moveTo>
                    <a:pt x="220" y="800876"/>
                  </a:moveTo>
                  <a:lnTo>
                    <a:pt x="0" y="841665"/>
                  </a:lnTo>
                  <a:lnTo>
                    <a:pt x="56" y="851676"/>
                  </a:lnTo>
                  <a:lnTo>
                    <a:pt x="218" y="889947"/>
                  </a:lnTo>
                  <a:lnTo>
                    <a:pt x="1182" y="938073"/>
                  </a:lnTo>
                  <a:lnTo>
                    <a:pt x="2866" y="986035"/>
                  </a:lnTo>
                  <a:lnTo>
                    <a:pt x="5128" y="1033834"/>
                  </a:lnTo>
                  <a:lnTo>
                    <a:pt x="8025" y="1081464"/>
                  </a:lnTo>
                  <a:lnTo>
                    <a:pt x="11556" y="1128920"/>
                  </a:lnTo>
                  <a:lnTo>
                    <a:pt x="15714" y="1176198"/>
                  </a:lnTo>
                  <a:lnTo>
                    <a:pt x="20497" y="1223295"/>
                  </a:lnTo>
                  <a:lnTo>
                    <a:pt x="25821" y="1270217"/>
                  </a:lnTo>
                  <a:lnTo>
                    <a:pt x="25894" y="1270777"/>
                  </a:lnTo>
                  <a:lnTo>
                    <a:pt x="31918" y="1316926"/>
                  </a:lnTo>
                  <a:lnTo>
                    <a:pt x="38548" y="1363452"/>
                  </a:lnTo>
                  <a:lnTo>
                    <a:pt x="45786" y="1409780"/>
                  </a:lnTo>
                  <a:lnTo>
                    <a:pt x="45901" y="1410457"/>
                  </a:lnTo>
                  <a:lnTo>
                    <a:pt x="53627" y="1455905"/>
                  </a:lnTo>
                  <a:lnTo>
                    <a:pt x="62067" y="1501823"/>
                  </a:lnTo>
                  <a:lnTo>
                    <a:pt x="71102" y="1547530"/>
                  </a:lnTo>
                  <a:lnTo>
                    <a:pt x="80728" y="1593022"/>
                  </a:lnTo>
                  <a:lnTo>
                    <a:pt x="90941" y="1638294"/>
                  </a:lnTo>
                  <a:lnTo>
                    <a:pt x="101735" y="1683343"/>
                  </a:lnTo>
                  <a:lnTo>
                    <a:pt x="113109" y="1728164"/>
                  </a:lnTo>
                  <a:lnTo>
                    <a:pt x="125056" y="1772754"/>
                  </a:lnTo>
                  <a:lnTo>
                    <a:pt x="137573" y="1817107"/>
                  </a:lnTo>
                  <a:lnTo>
                    <a:pt x="150656" y="1861220"/>
                  </a:lnTo>
                  <a:lnTo>
                    <a:pt x="164300" y="1905089"/>
                  </a:lnTo>
                  <a:lnTo>
                    <a:pt x="178502" y="1948709"/>
                  </a:lnTo>
                  <a:lnTo>
                    <a:pt x="193257" y="1992076"/>
                  </a:lnTo>
                  <a:lnTo>
                    <a:pt x="208561" y="2035186"/>
                  </a:lnTo>
                  <a:lnTo>
                    <a:pt x="224410" y="2078035"/>
                  </a:lnTo>
                  <a:lnTo>
                    <a:pt x="240800" y="2120619"/>
                  </a:lnTo>
                  <a:lnTo>
                    <a:pt x="257726" y="2162934"/>
                  </a:lnTo>
                  <a:lnTo>
                    <a:pt x="275185" y="2204975"/>
                  </a:lnTo>
                  <a:lnTo>
                    <a:pt x="293171" y="2246738"/>
                  </a:lnTo>
                  <a:lnTo>
                    <a:pt x="311682" y="2288219"/>
                  </a:lnTo>
                  <a:lnTo>
                    <a:pt x="330713" y="2329414"/>
                  </a:lnTo>
                  <a:lnTo>
                    <a:pt x="350259" y="2370319"/>
                  </a:lnTo>
                  <a:lnTo>
                    <a:pt x="370317" y="2410929"/>
                  </a:lnTo>
                  <a:lnTo>
                    <a:pt x="390882" y="2451240"/>
                  </a:lnTo>
                  <a:lnTo>
                    <a:pt x="411950" y="2491249"/>
                  </a:lnTo>
                  <a:lnTo>
                    <a:pt x="433517" y="2530951"/>
                  </a:lnTo>
                  <a:lnTo>
                    <a:pt x="455579" y="2570341"/>
                  </a:lnTo>
                  <a:lnTo>
                    <a:pt x="478132" y="2609416"/>
                  </a:lnTo>
                  <a:lnTo>
                    <a:pt x="501171" y="2648172"/>
                  </a:lnTo>
                  <a:lnTo>
                    <a:pt x="524692" y="2686604"/>
                  </a:lnTo>
                  <a:lnTo>
                    <a:pt x="548691" y="2724708"/>
                  </a:lnTo>
                  <a:lnTo>
                    <a:pt x="573165" y="2762480"/>
                  </a:lnTo>
                  <a:lnTo>
                    <a:pt x="598108" y="2799916"/>
                  </a:lnTo>
                  <a:lnTo>
                    <a:pt x="623517" y="2837011"/>
                  </a:lnTo>
                  <a:lnTo>
                    <a:pt x="649387" y="2873762"/>
                  </a:lnTo>
                  <a:lnTo>
                    <a:pt x="675714" y="2910164"/>
                  </a:lnTo>
                  <a:lnTo>
                    <a:pt x="702494" y="2946213"/>
                  </a:lnTo>
                  <a:lnTo>
                    <a:pt x="729724" y="2981905"/>
                  </a:lnTo>
                  <a:lnTo>
                    <a:pt x="757398" y="3017236"/>
                  </a:lnTo>
                  <a:lnTo>
                    <a:pt x="785512" y="3052201"/>
                  </a:lnTo>
                  <a:lnTo>
                    <a:pt x="814027" y="3086837"/>
                  </a:lnTo>
                  <a:lnTo>
                    <a:pt x="843046" y="3121019"/>
                  </a:lnTo>
                  <a:lnTo>
                    <a:pt x="872458" y="3154863"/>
                  </a:lnTo>
                  <a:lnTo>
                    <a:pt x="902222" y="3188409"/>
                  </a:lnTo>
                  <a:lnTo>
                    <a:pt x="932547" y="3221401"/>
                  </a:lnTo>
                  <a:lnTo>
                    <a:pt x="963218" y="3254086"/>
                  </a:lnTo>
                  <a:lnTo>
                    <a:pt x="994299" y="3286376"/>
                  </a:lnTo>
                  <a:lnTo>
                    <a:pt x="1025788" y="3318268"/>
                  </a:lnTo>
                  <a:lnTo>
                    <a:pt x="1057680" y="3349757"/>
                  </a:lnTo>
                  <a:lnTo>
                    <a:pt x="1089970" y="3380838"/>
                  </a:lnTo>
                  <a:lnTo>
                    <a:pt x="1122655" y="3411509"/>
                  </a:lnTo>
                  <a:lnTo>
                    <a:pt x="1155731" y="3441763"/>
                  </a:lnTo>
                  <a:lnTo>
                    <a:pt x="1189193" y="3471598"/>
                  </a:lnTo>
                  <a:lnTo>
                    <a:pt x="1223037" y="3501010"/>
                  </a:lnTo>
                  <a:lnTo>
                    <a:pt x="1257259" y="3529993"/>
                  </a:lnTo>
                  <a:lnTo>
                    <a:pt x="1291855" y="3558544"/>
                  </a:lnTo>
                  <a:lnTo>
                    <a:pt x="1326820" y="3586658"/>
                  </a:lnTo>
                  <a:lnTo>
                    <a:pt x="1362151" y="3614332"/>
                  </a:lnTo>
                  <a:lnTo>
                    <a:pt x="1397843" y="3641562"/>
                  </a:lnTo>
                  <a:lnTo>
                    <a:pt x="1433892" y="3668342"/>
                  </a:lnTo>
                  <a:lnTo>
                    <a:pt x="1470294" y="3694669"/>
                  </a:lnTo>
                  <a:lnTo>
                    <a:pt x="1507045" y="3720539"/>
                  </a:lnTo>
                  <a:lnTo>
                    <a:pt x="1544140" y="3745948"/>
                  </a:lnTo>
                  <a:lnTo>
                    <a:pt x="1581576" y="3770891"/>
                  </a:lnTo>
                  <a:lnTo>
                    <a:pt x="1619348" y="3795365"/>
                  </a:lnTo>
                  <a:lnTo>
                    <a:pt x="1657452" y="3819364"/>
                  </a:lnTo>
                  <a:lnTo>
                    <a:pt x="1695884" y="3842885"/>
                  </a:lnTo>
                  <a:lnTo>
                    <a:pt x="1734640" y="3865924"/>
                  </a:lnTo>
                  <a:lnTo>
                    <a:pt x="1773715" y="3888477"/>
                  </a:lnTo>
                  <a:lnTo>
                    <a:pt x="1813105" y="3910539"/>
                  </a:lnTo>
                  <a:lnTo>
                    <a:pt x="1852807" y="3932106"/>
                  </a:lnTo>
                  <a:lnTo>
                    <a:pt x="1892816" y="3953174"/>
                  </a:lnTo>
                  <a:lnTo>
                    <a:pt x="1933127" y="3973739"/>
                  </a:lnTo>
                  <a:lnTo>
                    <a:pt x="1973737" y="3993797"/>
                  </a:lnTo>
                  <a:lnTo>
                    <a:pt x="2014642" y="4013343"/>
                  </a:lnTo>
                  <a:lnTo>
                    <a:pt x="2055837" y="4032374"/>
                  </a:lnTo>
                  <a:lnTo>
                    <a:pt x="2097318" y="4050885"/>
                  </a:lnTo>
                  <a:lnTo>
                    <a:pt x="2139081" y="4068871"/>
                  </a:lnTo>
                  <a:lnTo>
                    <a:pt x="2181122" y="4086330"/>
                  </a:lnTo>
                  <a:lnTo>
                    <a:pt x="2223437" y="4103256"/>
                  </a:lnTo>
                  <a:lnTo>
                    <a:pt x="2266021" y="4119646"/>
                  </a:lnTo>
                  <a:lnTo>
                    <a:pt x="2308870" y="4135495"/>
                  </a:lnTo>
                  <a:lnTo>
                    <a:pt x="2351980" y="4150799"/>
                  </a:lnTo>
                  <a:lnTo>
                    <a:pt x="2395347" y="4165554"/>
                  </a:lnTo>
                  <a:lnTo>
                    <a:pt x="2438967" y="4179756"/>
                  </a:lnTo>
                  <a:lnTo>
                    <a:pt x="2482836" y="4193400"/>
                  </a:lnTo>
                  <a:lnTo>
                    <a:pt x="2526949" y="4206483"/>
                  </a:lnTo>
                  <a:lnTo>
                    <a:pt x="2571302" y="4219000"/>
                  </a:lnTo>
                  <a:lnTo>
                    <a:pt x="2615892" y="4230947"/>
                  </a:lnTo>
                  <a:lnTo>
                    <a:pt x="2660713" y="4242321"/>
                  </a:lnTo>
                  <a:lnTo>
                    <a:pt x="2661780" y="4242576"/>
                  </a:lnTo>
                </a:path>
                <a:path w="7000875" h="4243070">
                  <a:moveTo>
                    <a:pt x="4343003" y="4242576"/>
                  </a:moveTo>
                  <a:lnTo>
                    <a:pt x="4388891" y="4230947"/>
                  </a:lnTo>
                  <a:lnTo>
                    <a:pt x="4433480" y="4219000"/>
                  </a:lnTo>
                  <a:lnTo>
                    <a:pt x="4477833" y="4206483"/>
                  </a:lnTo>
                  <a:lnTo>
                    <a:pt x="4521946" y="4193400"/>
                  </a:lnTo>
                  <a:lnTo>
                    <a:pt x="4565815" y="4179756"/>
                  </a:lnTo>
                  <a:lnTo>
                    <a:pt x="4609435" y="4165554"/>
                  </a:lnTo>
                  <a:lnTo>
                    <a:pt x="4652802" y="4150799"/>
                  </a:lnTo>
                  <a:lnTo>
                    <a:pt x="4695913" y="4135495"/>
                  </a:lnTo>
                  <a:lnTo>
                    <a:pt x="4738762" y="4119646"/>
                  </a:lnTo>
                  <a:lnTo>
                    <a:pt x="4781346" y="4103256"/>
                  </a:lnTo>
                  <a:lnTo>
                    <a:pt x="4823660" y="4086330"/>
                  </a:lnTo>
                  <a:lnTo>
                    <a:pt x="4865701" y="4068871"/>
                  </a:lnTo>
                  <a:lnTo>
                    <a:pt x="4907464" y="4050885"/>
                  </a:lnTo>
                  <a:lnTo>
                    <a:pt x="4948946" y="4032374"/>
                  </a:lnTo>
                  <a:lnTo>
                    <a:pt x="4990141" y="4013343"/>
                  </a:lnTo>
                  <a:lnTo>
                    <a:pt x="5031045" y="3993797"/>
                  </a:lnTo>
                  <a:lnTo>
                    <a:pt x="5071655" y="3973739"/>
                  </a:lnTo>
                  <a:lnTo>
                    <a:pt x="5111967" y="3953174"/>
                  </a:lnTo>
                  <a:lnTo>
                    <a:pt x="5151976" y="3932106"/>
                  </a:lnTo>
                  <a:lnTo>
                    <a:pt x="5191677" y="3910539"/>
                  </a:lnTo>
                  <a:lnTo>
                    <a:pt x="5231068" y="3888477"/>
                  </a:lnTo>
                  <a:lnTo>
                    <a:pt x="5270143" y="3865924"/>
                  </a:lnTo>
                  <a:lnTo>
                    <a:pt x="5308898" y="3842885"/>
                  </a:lnTo>
                  <a:lnTo>
                    <a:pt x="5347330" y="3819364"/>
                  </a:lnTo>
                  <a:lnTo>
                    <a:pt x="5385434" y="3795365"/>
                  </a:lnTo>
                  <a:lnTo>
                    <a:pt x="5423206" y="3770891"/>
                  </a:lnTo>
                  <a:lnTo>
                    <a:pt x="5460642" y="3745948"/>
                  </a:lnTo>
                  <a:lnTo>
                    <a:pt x="5497738" y="3720539"/>
                  </a:lnTo>
                  <a:lnTo>
                    <a:pt x="5534488" y="3694669"/>
                  </a:lnTo>
                  <a:lnTo>
                    <a:pt x="5570890" y="3668342"/>
                  </a:lnTo>
                  <a:lnTo>
                    <a:pt x="5606940" y="3641562"/>
                  </a:lnTo>
                  <a:lnTo>
                    <a:pt x="5642632" y="3614332"/>
                  </a:lnTo>
                  <a:lnTo>
                    <a:pt x="5677962" y="3586658"/>
                  </a:lnTo>
                  <a:lnTo>
                    <a:pt x="5712928" y="3558544"/>
                  </a:lnTo>
                  <a:lnTo>
                    <a:pt x="5747524" y="3529993"/>
                  </a:lnTo>
                  <a:lnTo>
                    <a:pt x="5781746" y="3501010"/>
                  </a:lnTo>
                  <a:lnTo>
                    <a:pt x="5815590" y="3471598"/>
                  </a:lnTo>
                  <a:lnTo>
                    <a:pt x="5849052" y="3441763"/>
                  </a:lnTo>
                  <a:lnTo>
                    <a:pt x="5882127" y="3411509"/>
                  </a:lnTo>
                  <a:lnTo>
                    <a:pt x="5914812" y="3380838"/>
                  </a:lnTo>
                  <a:lnTo>
                    <a:pt x="5947103" y="3349757"/>
                  </a:lnTo>
                  <a:lnTo>
                    <a:pt x="5978995" y="3318268"/>
                  </a:lnTo>
                  <a:lnTo>
                    <a:pt x="6010483" y="3286376"/>
                  </a:lnTo>
                  <a:lnTo>
                    <a:pt x="6041565" y="3254086"/>
                  </a:lnTo>
                  <a:lnTo>
                    <a:pt x="6072235" y="3221401"/>
                  </a:lnTo>
                  <a:lnTo>
                    <a:pt x="6102599" y="3188411"/>
                  </a:lnTo>
                  <a:lnTo>
                    <a:pt x="6132325" y="3154863"/>
                  </a:lnTo>
                  <a:lnTo>
                    <a:pt x="6161736" y="3121019"/>
                  </a:lnTo>
                  <a:lnTo>
                    <a:pt x="6190794" y="3086854"/>
                  </a:lnTo>
                  <a:lnTo>
                    <a:pt x="6219270" y="3052201"/>
                  </a:lnTo>
                  <a:lnTo>
                    <a:pt x="6247385" y="3017236"/>
                  </a:lnTo>
                  <a:lnTo>
                    <a:pt x="6275059" y="2981905"/>
                  </a:lnTo>
                  <a:lnTo>
                    <a:pt x="6302288" y="2946213"/>
                  </a:lnTo>
                  <a:lnTo>
                    <a:pt x="6329069" y="2910164"/>
                  </a:lnTo>
                  <a:lnTo>
                    <a:pt x="6355396" y="2873762"/>
                  </a:lnTo>
                  <a:lnTo>
                    <a:pt x="6381266" y="2837011"/>
                  </a:lnTo>
                  <a:lnTo>
                    <a:pt x="6406675" y="2799916"/>
                  </a:lnTo>
                  <a:lnTo>
                    <a:pt x="6431618" y="2762480"/>
                  </a:lnTo>
                  <a:lnTo>
                    <a:pt x="6456091" y="2724708"/>
                  </a:lnTo>
                  <a:lnTo>
                    <a:pt x="6480091" y="2686604"/>
                  </a:lnTo>
                  <a:lnTo>
                    <a:pt x="6503612" y="2648172"/>
                  </a:lnTo>
                  <a:lnTo>
                    <a:pt x="6526651" y="2609416"/>
                  </a:lnTo>
                  <a:lnTo>
                    <a:pt x="6549203" y="2570341"/>
                  </a:lnTo>
                  <a:lnTo>
                    <a:pt x="6571265" y="2530951"/>
                  </a:lnTo>
                  <a:lnTo>
                    <a:pt x="6592833" y="2491249"/>
                  </a:lnTo>
                  <a:lnTo>
                    <a:pt x="6613901" y="2451240"/>
                  </a:lnTo>
                  <a:lnTo>
                    <a:pt x="6634466" y="2410929"/>
                  </a:lnTo>
                  <a:lnTo>
                    <a:pt x="6654524" y="2370319"/>
                  </a:lnTo>
                  <a:lnTo>
                    <a:pt x="6674070" y="2329414"/>
                  </a:lnTo>
                  <a:lnTo>
                    <a:pt x="6693100" y="2288219"/>
                  </a:lnTo>
                  <a:lnTo>
                    <a:pt x="6711611" y="2246738"/>
                  </a:lnTo>
                  <a:lnTo>
                    <a:pt x="6729598" y="2204975"/>
                  </a:lnTo>
                  <a:lnTo>
                    <a:pt x="6747056" y="2162934"/>
                  </a:lnTo>
                  <a:lnTo>
                    <a:pt x="6763983" y="2120619"/>
                  </a:lnTo>
                  <a:lnTo>
                    <a:pt x="6780372" y="2078035"/>
                  </a:lnTo>
                  <a:lnTo>
                    <a:pt x="6796221" y="2035186"/>
                  </a:lnTo>
                  <a:lnTo>
                    <a:pt x="6811525" y="1992076"/>
                  </a:lnTo>
                  <a:lnTo>
                    <a:pt x="6826281" y="1948709"/>
                  </a:lnTo>
                  <a:lnTo>
                    <a:pt x="6840482" y="1905089"/>
                  </a:lnTo>
                  <a:lnTo>
                    <a:pt x="6854127" y="1861220"/>
                  </a:lnTo>
                  <a:lnTo>
                    <a:pt x="6867210" y="1817107"/>
                  </a:lnTo>
                  <a:lnTo>
                    <a:pt x="6879727" y="1772754"/>
                  </a:lnTo>
                  <a:lnTo>
                    <a:pt x="6891674" y="1728164"/>
                  </a:lnTo>
                  <a:lnTo>
                    <a:pt x="6903047" y="1683343"/>
                  </a:lnTo>
                  <a:lnTo>
                    <a:pt x="6913842" y="1638294"/>
                  </a:lnTo>
                  <a:lnTo>
                    <a:pt x="6924054" y="1593022"/>
                  </a:lnTo>
                  <a:lnTo>
                    <a:pt x="6933680" y="1547530"/>
                  </a:lnTo>
                  <a:lnTo>
                    <a:pt x="6942715" y="1501823"/>
                  </a:lnTo>
                  <a:lnTo>
                    <a:pt x="6951155" y="1455905"/>
                  </a:lnTo>
                  <a:lnTo>
                    <a:pt x="6958996" y="1409780"/>
                  </a:lnTo>
                  <a:lnTo>
                    <a:pt x="6966234" y="1363452"/>
                  </a:lnTo>
                  <a:lnTo>
                    <a:pt x="6972864" y="1316926"/>
                  </a:lnTo>
                  <a:lnTo>
                    <a:pt x="6978883" y="1270205"/>
                  </a:lnTo>
                  <a:lnTo>
                    <a:pt x="6984286" y="1223295"/>
                  </a:lnTo>
                  <a:lnTo>
                    <a:pt x="6989068" y="1176198"/>
                  </a:lnTo>
                  <a:lnTo>
                    <a:pt x="6993227" y="1128920"/>
                  </a:lnTo>
                  <a:lnTo>
                    <a:pt x="6996757" y="1081464"/>
                  </a:lnTo>
                  <a:lnTo>
                    <a:pt x="6999655" y="1033834"/>
                  </a:lnTo>
                  <a:lnTo>
                    <a:pt x="7000819" y="1009226"/>
                  </a:lnTo>
                </a:path>
                <a:path w="7000875" h="4243070">
                  <a:moveTo>
                    <a:pt x="6989213" y="508770"/>
                  </a:moveTo>
                  <a:lnTo>
                    <a:pt x="6989005" y="507139"/>
                  </a:lnTo>
                </a:path>
                <a:path w="7000875" h="4243070">
                  <a:moveTo>
                    <a:pt x="6903230" y="748"/>
                  </a:moveTo>
                  <a:lnTo>
                    <a:pt x="6903004" y="0"/>
                  </a:lnTo>
                </a:path>
              </a:pathLst>
            </a:custGeom>
            <a:ln w="457199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7" name="object 1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3078088" y="812356"/>
              <a:ext cx="4467224" cy="4467224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3431410" y="965974"/>
              <a:ext cx="3974506" cy="3962399"/>
            </a:xfrm>
            <a:prstGeom prst="rect">
              <a:avLst/>
            </a:prstGeom>
          </p:spPr>
        </p:pic>
        <p:sp>
          <p:nvSpPr>
            <p:cNvPr id="19" name="object 19"/>
            <p:cNvSpPr/>
            <p:nvPr/>
          </p:nvSpPr>
          <p:spPr>
            <a:xfrm>
              <a:off x="13431487" y="1600801"/>
              <a:ext cx="3971925" cy="3325495"/>
            </a:xfrm>
            <a:custGeom>
              <a:avLst/>
              <a:gdLst/>
              <a:ahLst/>
              <a:cxnLst/>
              <a:rect l="l" t="t" r="r" b="b"/>
              <a:pathLst>
                <a:path w="3971925" h="3325495">
                  <a:moveTo>
                    <a:pt x="1762748" y="3314872"/>
                  </a:moveTo>
                  <a:lnTo>
                    <a:pt x="1795766" y="3318423"/>
                  </a:lnTo>
                  <a:lnTo>
                    <a:pt x="1843162" y="3322383"/>
                  </a:lnTo>
                  <a:lnTo>
                    <a:pt x="1886871" y="3324990"/>
                  </a:lnTo>
                </a:path>
                <a:path w="3971925" h="3325495">
                  <a:moveTo>
                    <a:pt x="2087428" y="3324990"/>
                  </a:moveTo>
                  <a:lnTo>
                    <a:pt x="2131137" y="3322383"/>
                  </a:lnTo>
                  <a:lnTo>
                    <a:pt x="2178532" y="3318423"/>
                  </a:lnTo>
                  <a:lnTo>
                    <a:pt x="2211551" y="3314872"/>
                  </a:lnTo>
                </a:path>
                <a:path w="3971925" h="3325495">
                  <a:moveTo>
                    <a:pt x="1669632" y="3302172"/>
                  </a:moveTo>
                  <a:lnTo>
                    <a:pt x="1701952" y="3307208"/>
                  </a:lnTo>
                  <a:lnTo>
                    <a:pt x="1748692" y="3313360"/>
                  </a:lnTo>
                  <a:lnTo>
                    <a:pt x="1762748" y="3314872"/>
                  </a:lnTo>
                </a:path>
                <a:path w="3971925" h="3325495">
                  <a:moveTo>
                    <a:pt x="2211551" y="3314872"/>
                  </a:moveTo>
                  <a:lnTo>
                    <a:pt x="2225607" y="3313360"/>
                  </a:lnTo>
                  <a:lnTo>
                    <a:pt x="2272346" y="3307208"/>
                  </a:lnTo>
                  <a:lnTo>
                    <a:pt x="2304666" y="3302172"/>
                  </a:lnTo>
                </a:path>
                <a:path w="3971925" h="3325495">
                  <a:moveTo>
                    <a:pt x="2270" y="1244014"/>
                  </a:moveTo>
                  <a:lnTo>
                    <a:pt x="2242" y="1244773"/>
                  </a:lnTo>
                  <a:lnTo>
                    <a:pt x="620" y="1292014"/>
                  </a:lnTo>
                  <a:lnTo>
                    <a:pt x="568" y="1295573"/>
                  </a:lnTo>
                  <a:lnTo>
                    <a:pt x="0" y="1340293"/>
                  </a:lnTo>
                  <a:lnTo>
                    <a:pt x="400" y="1388576"/>
                  </a:lnTo>
                  <a:lnTo>
                    <a:pt x="2214" y="1436575"/>
                  </a:lnTo>
                  <a:lnTo>
                    <a:pt x="5059" y="1484280"/>
                  </a:lnTo>
                  <a:lnTo>
                    <a:pt x="9019" y="1531676"/>
                  </a:lnTo>
                  <a:lnTo>
                    <a:pt x="14082" y="1578750"/>
                  </a:lnTo>
                  <a:lnTo>
                    <a:pt x="20190" y="1625496"/>
                  </a:lnTo>
                  <a:lnTo>
                    <a:pt x="27463" y="1671881"/>
                  </a:lnTo>
                  <a:lnTo>
                    <a:pt x="35755" y="1717912"/>
                  </a:lnTo>
                  <a:lnTo>
                    <a:pt x="45097" y="1763569"/>
                  </a:lnTo>
                  <a:lnTo>
                    <a:pt x="55477" y="1808840"/>
                  </a:lnTo>
                  <a:lnTo>
                    <a:pt x="66881" y="1853710"/>
                  </a:lnTo>
                  <a:lnTo>
                    <a:pt x="79296" y="1898168"/>
                  </a:lnTo>
                  <a:lnTo>
                    <a:pt x="92710" y="1942200"/>
                  </a:lnTo>
                  <a:lnTo>
                    <a:pt x="107109" y="1985794"/>
                  </a:lnTo>
                  <a:lnTo>
                    <a:pt x="122481" y="2028935"/>
                  </a:lnTo>
                  <a:lnTo>
                    <a:pt x="138811" y="2071612"/>
                  </a:lnTo>
                  <a:lnTo>
                    <a:pt x="156088" y="2113811"/>
                  </a:lnTo>
                  <a:lnTo>
                    <a:pt x="174298" y="2155519"/>
                  </a:lnTo>
                  <a:lnTo>
                    <a:pt x="193429" y="2196723"/>
                  </a:lnTo>
                  <a:lnTo>
                    <a:pt x="213466" y="2237410"/>
                  </a:lnTo>
                  <a:lnTo>
                    <a:pt x="234398" y="2277568"/>
                  </a:lnTo>
                  <a:lnTo>
                    <a:pt x="256212" y="2317182"/>
                  </a:lnTo>
                  <a:lnTo>
                    <a:pt x="278893" y="2356241"/>
                  </a:lnTo>
                  <a:lnTo>
                    <a:pt x="302429" y="2394731"/>
                  </a:lnTo>
                  <a:lnTo>
                    <a:pt x="326808" y="2432638"/>
                  </a:lnTo>
                  <a:lnTo>
                    <a:pt x="352016" y="2469951"/>
                  </a:lnTo>
                  <a:lnTo>
                    <a:pt x="378040" y="2506656"/>
                  </a:lnTo>
                  <a:lnTo>
                    <a:pt x="404867" y="2542740"/>
                  </a:lnTo>
                  <a:lnTo>
                    <a:pt x="432446" y="2578231"/>
                  </a:lnTo>
                  <a:lnTo>
                    <a:pt x="460879" y="2612993"/>
                  </a:lnTo>
                  <a:lnTo>
                    <a:pt x="490037" y="2647136"/>
                  </a:lnTo>
                  <a:lnTo>
                    <a:pt x="519947" y="2680606"/>
                  </a:lnTo>
                  <a:lnTo>
                    <a:pt x="550595" y="2713389"/>
                  </a:lnTo>
                  <a:lnTo>
                    <a:pt x="581967" y="2745474"/>
                  </a:lnTo>
                  <a:lnTo>
                    <a:pt x="614052" y="2776847"/>
                  </a:lnTo>
                  <a:lnTo>
                    <a:pt x="646836" y="2807495"/>
                  </a:lnTo>
                  <a:lnTo>
                    <a:pt x="680306" y="2837404"/>
                  </a:lnTo>
                  <a:lnTo>
                    <a:pt x="714449" y="2866563"/>
                  </a:lnTo>
                  <a:lnTo>
                    <a:pt x="749252" y="2894957"/>
                  </a:lnTo>
                  <a:lnTo>
                    <a:pt x="784702" y="2922575"/>
                  </a:lnTo>
                  <a:lnTo>
                    <a:pt x="820785" y="2949402"/>
                  </a:lnTo>
                  <a:lnTo>
                    <a:pt x="857490" y="2975426"/>
                  </a:lnTo>
                  <a:lnTo>
                    <a:pt x="894803" y="3000634"/>
                  </a:lnTo>
                  <a:lnTo>
                    <a:pt x="932711" y="3025012"/>
                  </a:lnTo>
                  <a:lnTo>
                    <a:pt x="971201" y="3048549"/>
                  </a:lnTo>
                  <a:lnTo>
                    <a:pt x="1010259" y="3071230"/>
                  </a:lnTo>
                  <a:lnTo>
                    <a:pt x="1049874" y="3093043"/>
                  </a:lnTo>
                  <a:lnTo>
                    <a:pt x="1090031" y="3113975"/>
                  </a:lnTo>
                  <a:lnTo>
                    <a:pt x="1130718" y="3134013"/>
                  </a:lnTo>
                  <a:lnTo>
                    <a:pt x="1171923" y="3153143"/>
                  </a:lnTo>
                  <a:lnTo>
                    <a:pt x="1213631" y="3171354"/>
                  </a:lnTo>
                  <a:lnTo>
                    <a:pt x="1255830" y="3188631"/>
                  </a:lnTo>
                  <a:lnTo>
                    <a:pt x="1298506" y="3204961"/>
                  </a:lnTo>
                  <a:lnTo>
                    <a:pt x="1341648" y="3220333"/>
                  </a:lnTo>
                  <a:lnTo>
                    <a:pt x="1385241" y="3234732"/>
                  </a:lnTo>
                  <a:lnTo>
                    <a:pt x="1429273" y="3248145"/>
                  </a:lnTo>
                  <a:lnTo>
                    <a:pt x="1473731" y="3260561"/>
                  </a:lnTo>
                  <a:lnTo>
                    <a:pt x="1518602" y="3271965"/>
                  </a:lnTo>
                  <a:lnTo>
                    <a:pt x="1563873" y="3282345"/>
                  </a:lnTo>
                  <a:lnTo>
                    <a:pt x="1609530" y="3291687"/>
                  </a:lnTo>
                  <a:lnTo>
                    <a:pt x="1655561" y="3299979"/>
                  </a:lnTo>
                  <a:lnTo>
                    <a:pt x="1669632" y="3302172"/>
                  </a:lnTo>
                </a:path>
                <a:path w="3971925" h="3325495">
                  <a:moveTo>
                    <a:pt x="2304666" y="3302172"/>
                  </a:moveTo>
                  <a:lnTo>
                    <a:pt x="2364769" y="3291687"/>
                  </a:lnTo>
                  <a:lnTo>
                    <a:pt x="2410426" y="3282345"/>
                  </a:lnTo>
                  <a:lnTo>
                    <a:pt x="2455696" y="3271965"/>
                  </a:lnTo>
                  <a:lnTo>
                    <a:pt x="2500567" y="3260561"/>
                  </a:lnTo>
                  <a:lnTo>
                    <a:pt x="2545025" y="3248145"/>
                  </a:lnTo>
                  <a:lnTo>
                    <a:pt x="2589057" y="3234732"/>
                  </a:lnTo>
                  <a:lnTo>
                    <a:pt x="2632651" y="3220333"/>
                  </a:lnTo>
                  <a:lnTo>
                    <a:pt x="2675792" y="3204961"/>
                  </a:lnTo>
                  <a:lnTo>
                    <a:pt x="2718469" y="3188631"/>
                  </a:lnTo>
                  <a:lnTo>
                    <a:pt x="2760668" y="3171354"/>
                  </a:lnTo>
                  <a:lnTo>
                    <a:pt x="2802376" y="3153143"/>
                  </a:lnTo>
                  <a:lnTo>
                    <a:pt x="2843580" y="3134013"/>
                  </a:lnTo>
                  <a:lnTo>
                    <a:pt x="2884267" y="3113975"/>
                  </a:lnTo>
                  <a:lnTo>
                    <a:pt x="2924425" y="3093043"/>
                  </a:lnTo>
                  <a:lnTo>
                    <a:pt x="2964039" y="3071230"/>
                  </a:lnTo>
                  <a:lnTo>
                    <a:pt x="3003098" y="3048549"/>
                  </a:lnTo>
                  <a:lnTo>
                    <a:pt x="3041587" y="3025012"/>
                  </a:lnTo>
                  <a:lnTo>
                    <a:pt x="3079495" y="3000634"/>
                  </a:lnTo>
                  <a:lnTo>
                    <a:pt x="3116808" y="2975426"/>
                  </a:lnTo>
                  <a:lnTo>
                    <a:pt x="3153513" y="2949402"/>
                  </a:lnTo>
                  <a:lnTo>
                    <a:pt x="3189597" y="2922575"/>
                  </a:lnTo>
                  <a:lnTo>
                    <a:pt x="3225047" y="2894957"/>
                  </a:lnTo>
                  <a:lnTo>
                    <a:pt x="3259850" y="2866563"/>
                  </a:lnTo>
                  <a:lnTo>
                    <a:pt x="3293993" y="2837404"/>
                  </a:lnTo>
                  <a:lnTo>
                    <a:pt x="3327462" y="2807495"/>
                  </a:lnTo>
                  <a:lnTo>
                    <a:pt x="3360246" y="2776847"/>
                  </a:lnTo>
                  <a:lnTo>
                    <a:pt x="3392331" y="2745474"/>
                  </a:lnTo>
                  <a:lnTo>
                    <a:pt x="3423704" y="2713389"/>
                  </a:lnTo>
                  <a:lnTo>
                    <a:pt x="3454352" y="2680606"/>
                  </a:lnTo>
                  <a:lnTo>
                    <a:pt x="3484261" y="2647136"/>
                  </a:lnTo>
                  <a:lnTo>
                    <a:pt x="3513420" y="2612993"/>
                  </a:lnTo>
                  <a:lnTo>
                    <a:pt x="3541883" y="2578241"/>
                  </a:lnTo>
                  <a:lnTo>
                    <a:pt x="3569431" y="2542740"/>
                  </a:lnTo>
                  <a:lnTo>
                    <a:pt x="3596258" y="2506656"/>
                  </a:lnTo>
                  <a:lnTo>
                    <a:pt x="3622283" y="2469951"/>
                  </a:lnTo>
                  <a:lnTo>
                    <a:pt x="3647490" y="2432638"/>
                  </a:lnTo>
                  <a:lnTo>
                    <a:pt x="3671869" y="2394731"/>
                  </a:lnTo>
                  <a:lnTo>
                    <a:pt x="3695406" y="2356241"/>
                  </a:lnTo>
                  <a:lnTo>
                    <a:pt x="3718087" y="2317182"/>
                  </a:lnTo>
                  <a:lnTo>
                    <a:pt x="3739900" y="2277568"/>
                  </a:lnTo>
                  <a:lnTo>
                    <a:pt x="3760832" y="2237410"/>
                  </a:lnTo>
                  <a:lnTo>
                    <a:pt x="3780870" y="2196723"/>
                  </a:lnTo>
                  <a:lnTo>
                    <a:pt x="3800000" y="2155519"/>
                  </a:lnTo>
                  <a:lnTo>
                    <a:pt x="3818210" y="2113811"/>
                  </a:lnTo>
                  <a:lnTo>
                    <a:pt x="3835487" y="2071612"/>
                  </a:lnTo>
                  <a:lnTo>
                    <a:pt x="3851818" y="2028935"/>
                  </a:lnTo>
                  <a:lnTo>
                    <a:pt x="3867189" y="1985794"/>
                  </a:lnTo>
                  <a:lnTo>
                    <a:pt x="3881588" y="1942200"/>
                  </a:lnTo>
                  <a:lnTo>
                    <a:pt x="3895002" y="1898168"/>
                  </a:lnTo>
                  <a:lnTo>
                    <a:pt x="3907418" y="1853710"/>
                  </a:lnTo>
                  <a:lnTo>
                    <a:pt x="3918822" y="1808840"/>
                  </a:lnTo>
                  <a:lnTo>
                    <a:pt x="3929201" y="1763569"/>
                  </a:lnTo>
                  <a:lnTo>
                    <a:pt x="3938544" y="1717912"/>
                  </a:lnTo>
                  <a:lnTo>
                    <a:pt x="3946836" y="1671881"/>
                  </a:lnTo>
                  <a:lnTo>
                    <a:pt x="3954023" y="1625757"/>
                  </a:lnTo>
                  <a:lnTo>
                    <a:pt x="3954067" y="1625490"/>
                  </a:lnTo>
                  <a:lnTo>
                    <a:pt x="3960217" y="1578750"/>
                  </a:lnTo>
                  <a:lnTo>
                    <a:pt x="3965280" y="1531676"/>
                  </a:lnTo>
                  <a:lnTo>
                    <a:pt x="3969240" y="1484280"/>
                  </a:lnTo>
                  <a:lnTo>
                    <a:pt x="3971847" y="1440567"/>
                  </a:lnTo>
                </a:path>
                <a:path w="3971925" h="3325495">
                  <a:moveTo>
                    <a:pt x="3454467" y="109"/>
                  </a:moveTo>
                  <a:lnTo>
                    <a:pt x="3454335" y="0"/>
                  </a:lnTo>
                </a:path>
              </a:pathLst>
            </a:custGeom>
            <a:ln w="457199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9932149" y="11"/>
              <a:ext cx="3218180" cy="768350"/>
            </a:xfrm>
            <a:custGeom>
              <a:avLst/>
              <a:gdLst/>
              <a:ahLst/>
              <a:cxnLst/>
              <a:rect l="l" t="t" r="r" b="b"/>
              <a:pathLst>
                <a:path w="3218180" h="768350">
                  <a:moveTo>
                    <a:pt x="1385404" y="0"/>
                  </a:moveTo>
                  <a:lnTo>
                    <a:pt x="0" y="0"/>
                  </a:lnTo>
                  <a:lnTo>
                    <a:pt x="692721" y="768248"/>
                  </a:lnTo>
                  <a:lnTo>
                    <a:pt x="1385404" y="0"/>
                  </a:lnTo>
                  <a:close/>
                </a:path>
                <a:path w="3218180" h="768350">
                  <a:moveTo>
                    <a:pt x="3217557" y="0"/>
                  </a:moveTo>
                  <a:lnTo>
                    <a:pt x="1832140" y="0"/>
                  </a:lnTo>
                  <a:lnTo>
                    <a:pt x="2524836" y="768248"/>
                  </a:lnTo>
                  <a:lnTo>
                    <a:pt x="3217557" y="0"/>
                  </a:lnTo>
                  <a:close/>
                </a:path>
              </a:pathLst>
            </a:custGeom>
            <a:solidFill>
              <a:srgbClr val="13975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10782755" y="0"/>
              <a:ext cx="1516380" cy="803275"/>
            </a:xfrm>
            <a:custGeom>
              <a:avLst/>
              <a:gdLst/>
              <a:ahLst/>
              <a:cxnLst/>
              <a:rect l="l" t="t" r="r" b="b"/>
              <a:pathLst>
                <a:path w="1516379" h="803275">
                  <a:moveTo>
                    <a:pt x="723789" y="0"/>
                  </a:moveTo>
                  <a:lnTo>
                    <a:pt x="792562" y="0"/>
                  </a:lnTo>
                  <a:lnTo>
                    <a:pt x="1516351" y="802740"/>
                  </a:lnTo>
                  <a:lnTo>
                    <a:pt x="0" y="802740"/>
                  </a:lnTo>
                  <a:lnTo>
                    <a:pt x="723789" y="0"/>
                  </a:lnTo>
                  <a:close/>
                </a:path>
              </a:pathLst>
            </a:custGeom>
            <a:solidFill>
              <a:srgbClr val="0F6B3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16700894" y="8755379"/>
              <a:ext cx="599440" cy="581660"/>
            </a:xfrm>
            <a:custGeom>
              <a:avLst/>
              <a:gdLst/>
              <a:ahLst/>
              <a:cxnLst/>
              <a:rect l="l" t="t" r="r" b="b"/>
              <a:pathLst>
                <a:path w="599440" h="581659">
                  <a:moveTo>
                    <a:pt x="58166" y="552526"/>
                  </a:moveTo>
                  <a:lnTo>
                    <a:pt x="55880" y="541223"/>
                  </a:lnTo>
                  <a:lnTo>
                    <a:pt x="49631" y="531964"/>
                  </a:lnTo>
                  <a:lnTo>
                    <a:pt x="40386" y="525729"/>
                  </a:lnTo>
                  <a:lnTo>
                    <a:pt x="29083" y="523443"/>
                  </a:lnTo>
                  <a:lnTo>
                    <a:pt x="17767" y="525729"/>
                  </a:lnTo>
                  <a:lnTo>
                    <a:pt x="8521" y="531964"/>
                  </a:lnTo>
                  <a:lnTo>
                    <a:pt x="2286" y="541223"/>
                  </a:lnTo>
                  <a:lnTo>
                    <a:pt x="0" y="552526"/>
                  </a:lnTo>
                  <a:lnTo>
                    <a:pt x="2286" y="563841"/>
                  </a:lnTo>
                  <a:lnTo>
                    <a:pt x="8521" y="573087"/>
                  </a:lnTo>
                  <a:lnTo>
                    <a:pt x="17767" y="579323"/>
                  </a:lnTo>
                  <a:lnTo>
                    <a:pt x="29083" y="581609"/>
                  </a:lnTo>
                  <a:lnTo>
                    <a:pt x="40386" y="579323"/>
                  </a:lnTo>
                  <a:lnTo>
                    <a:pt x="49631" y="573087"/>
                  </a:lnTo>
                  <a:lnTo>
                    <a:pt x="55880" y="563841"/>
                  </a:lnTo>
                  <a:lnTo>
                    <a:pt x="58166" y="552526"/>
                  </a:lnTo>
                  <a:close/>
                </a:path>
                <a:path w="599440" h="581659">
                  <a:moveTo>
                    <a:pt x="58166" y="374357"/>
                  </a:moveTo>
                  <a:lnTo>
                    <a:pt x="55880" y="363054"/>
                  </a:lnTo>
                  <a:lnTo>
                    <a:pt x="49631" y="353796"/>
                  </a:lnTo>
                  <a:lnTo>
                    <a:pt x="40386" y="347560"/>
                  </a:lnTo>
                  <a:lnTo>
                    <a:pt x="29083" y="345274"/>
                  </a:lnTo>
                  <a:lnTo>
                    <a:pt x="17767" y="347560"/>
                  </a:lnTo>
                  <a:lnTo>
                    <a:pt x="8521" y="353796"/>
                  </a:lnTo>
                  <a:lnTo>
                    <a:pt x="2286" y="363054"/>
                  </a:lnTo>
                  <a:lnTo>
                    <a:pt x="0" y="374357"/>
                  </a:lnTo>
                  <a:lnTo>
                    <a:pt x="2286" y="385673"/>
                  </a:lnTo>
                  <a:lnTo>
                    <a:pt x="8521" y="394919"/>
                  </a:lnTo>
                  <a:lnTo>
                    <a:pt x="17767" y="401154"/>
                  </a:lnTo>
                  <a:lnTo>
                    <a:pt x="29083" y="403440"/>
                  </a:lnTo>
                  <a:lnTo>
                    <a:pt x="40386" y="401154"/>
                  </a:lnTo>
                  <a:lnTo>
                    <a:pt x="49631" y="394919"/>
                  </a:lnTo>
                  <a:lnTo>
                    <a:pt x="55880" y="385673"/>
                  </a:lnTo>
                  <a:lnTo>
                    <a:pt x="58166" y="374357"/>
                  </a:lnTo>
                  <a:close/>
                </a:path>
                <a:path w="599440" h="581659">
                  <a:moveTo>
                    <a:pt x="58166" y="207251"/>
                  </a:moveTo>
                  <a:lnTo>
                    <a:pt x="55880" y="195935"/>
                  </a:lnTo>
                  <a:lnTo>
                    <a:pt x="49631" y="186690"/>
                  </a:lnTo>
                  <a:lnTo>
                    <a:pt x="40386" y="180454"/>
                  </a:lnTo>
                  <a:lnTo>
                    <a:pt x="29083" y="178155"/>
                  </a:lnTo>
                  <a:lnTo>
                    <a:pt x="17767" y="180454"/>
                  </a:lnTo>
                  <a:lnTo>
                    <a:pt x="8521" y="186690"/>
                  </a:lnTo>
                  <a:lnTo>
                    <a:pt x="2286" y="195935"/>
                  </a:lnTo>
                  <a:lnTo>
                    <a:pt x="0" y="207251"/>
                  </a:lnTo>
                  <a:lnTo>
                    <a:pt x="2286" y="218554"/>
                  </a:lnTo>
                  <a:lnTo>
                    <a:pt x="8521" y="227799"/>
                  </a:lnTo>
                  <a:lnTo>
                    <a:pt x="17767" y="234048"/>
                  </a:lnTo>
                  <a:lnTo>
                    <a:pt x="29083" y="236334"/>
                  </a:lnTo>
                  <a:lnTo>
                    <a:pt x="40386" y="234048"/>
                  </a:lnTo>
                  <a:lnTo>
                    <a:pt x="49631" y="227799"/>
                  </a:lnTo>
                  <a:lnTo>
                    <a:pt x="55880" y="218554"/>
                  </a:lnTo>
                  <a:lnTo>
                    <a:pt x="58166" y="207251"/>
                  </a:lnTo>
                  <a:close/>
                </a:path>
                <a:path w="599440" h="581659">
                  <a:moveTo>
                    <a:pt x="58166" y="29083"/>
                  </a:moveTo>
                  <a:lnTo>
                    <a:pt x="55880" y="17767"/>
                  </a:lnTo>
                  <a:lnTo>
                    <a:pt x="49631" y="8521"/>
                  </a:lnTo>
                  <a:lnTo>
                    <a:pt x="40386" y="2286"/>
                  </a:lnTo>
                  <a:lnTo>
                    <a:pt x="29083" y="0"/>
                  </a:lnTo>
                  <a:lnTo>
                    <a:pt x="17767" y="2286"/>
                  </a:lnTo>
                  <a:lnTo>
                    <a:pt x="8521" y="8521"/>
                  </a:lnTo>
                  <a:lnTo>
                    <a:pt x="2286" y="17767"/>
                  </a:lnTo>
                  <a:lnTo>
                    <a:pt x="0" y="29083"/>
                  </a:lnTo>
                  <a:lnTo>
                    <a:pt x="2286" y="40386"/>
                  </a:lnTo>
                  <a:lnTo>
                    <a:pt x="8521" y="49631"/>
                  </a:lnTo>
                  <a:lnTo>
                    <a:pt x="17767" y="55880"/>
                  </a:lnTo>
                  <a:lnTo>
                    <a:pt x="29083" y="58166"/>
                  </a:lnTo>
                  <a:lnTo>
                    <a:pt x="40386" y="55880"/>
                  </a:lnTo>
                  <a:lnTo>
                    <a:pt x="49631" y="49631"/>
                  </a:lnTo>
                  <a:lnTo>
                    <a:pt x="55880" y="40386"/>
                  </a:lnTo>
                  <a:lnTo>
                    <a:pt x="58166" y="29083"/>
                  </a:lnTo>
                  <a:close/>
                </a:path>
                <a:path w="599440" h="581659">
                  <a:moveTo>
                    <a:pt x="237566" y="552526"/>
                  </a:moveTo>
                  <a:lnTo>
                    <a:pt x="235280" y="541223"/>
                  </a:lnTo>
                  <a:lnTo>
                    <a:pt x="229031" y="531964"/>
                  </a:lnTo>
                  <a:lnTo>
                    <a:pt x="219786" y="525729"/>
                  </a:lnTo>
                  <a:lnTo>
                    <a:pt x="208483" y="523443"/>
                  </a:lnTo>
                  <a:lnTo>
                    <a:pt x="197167" y="525729"/>
                  </a:lnTo>
                  <a:lnTo>
                    <a:pt x="187921" y="531964"/>
                  </a:lnTo>
                  <a:lnTo>
                    <a:pt x="181686" y="541223"/>
                  </a:lnTo>
                  <a:lnTo>
                    <a:pt x="179387" y="552526"/>
                  </a:lnTo>
                  <a:lnTo>
                    <a:pt x="181686" y="563841"/>
                  </a:lnTo>
                  <a:lnTo>
                    <a:pt x="187921" y="573087"/>
                  </a:lnTo>
                  <a:lnTo>
                    <a:pt x="197167" y="579323"/>
                  </a:lnTo>
                  <a:lnTo>
                    <a:pt x="208483" y="581609"/>
                  </a:lnTo>
                  <a:lnTo>
                    <a:pt x="219786" y="579323"/>
                  </a:lnTo>
                  <a:lnTo>
                    <a:pt x="229031" y="573087"/>
                  </a:lnTo>
                  <a:lnTo>
                    <a:pt x="235280" y="563841"/>
                  </a:lnTo>
                  <a:lnTo>
                    <a:pt x="237566" y="552526"/>
                  </a:lnTo>
                  <a:close/>
                </a:path>
                <a:path w="599440" h="581659">
                  <a:moveTo>
                    <a:pt x="237566" y="374357"/>
                  </a:moveTo>
                  <a:lnTo>
                    <a:pt x="235280" y="363054"/>
                  </a:lnTo>
                  <a:lnTo>
                    <a:pt x="229031" y="353796"/>
                  </a:lnTo>
                  <a:lnTo>
                    <a:pt x="219786" y="347560"/>
                  </a:lnTo>
                  <a:lnTo>
                    <a:pt x="208483" y="345274"/>
                  </a:lnTo>
                  <a:lnTo>
                    <a:pt x="197167" y="347560"/>
                  </a:lnTo>
                  <a:lnTo>
                    <a:pt x="187921" y="353796"/>
                  </a:lnTo>
                  <a:lnTo>
                    <a:pt x="181686" y="363054"/>
                  </a:lnTo>
                  <a:lnTo>
                    <a:pt x="179387" y="374357"/>
                  </a:lnTo>
                  <a:lnTo>
                    <a:pt x="181686" y="385673"/>
                  </a:lnTo>
                  <a:lnTo>
                    <a:pt x="187921" y="394919"/>
                  </a:lnTo>
                  <a:lnTo>
                    <a:pt x="197167" y="401154"/>
                  </a:lnTo>
                  <a:lnTo>
                    <a:pt x="208483" y="403440"/>
                  </a:lnTo>
                  <a:lnTo>
                    <a:pt x="219786" y="401154"/>
                  </a:lnTo>
                  <a:lnTo>
                    <a:pt x="229031" y="394919"/>
                  </a:lnTo>
                  <a:lnTo>
                    <a:pt x="235280" y="385673"/>
                  </a:lnTo>
                  <a:lnTo>
                    <a:pt x="237566" y="374357"/>
                  </a:lnTo>
                  <a:close/>
                </a:path>
                <a:path w="599440" h="581659">
                  <a:moveTo>
                    <a:pt x="237566" y="207251"/>
                  </a:moveTo>
                  <a:lnTo>
                    <a:pt x="235280" y="195935"/>
                  </a:lnTo>
                  <a:lnTo>
                    <a:pt x="229031" y="186690"/>
                  </a:lnTo>
                  <a:lnTo>
                    <a:pt x="219786" y="180454"/>
                  </a:lnTo>
                  <a:lnTo>
                    <a:pt x="208483" y="178155"/>
                  </a:lnTo>
                  <a:lnTo>
                    <a:pt x="197167" y="180454"/>
                  </a:lnTo>
                  <a:lnTo>
                    <a:pt x="187921" y="186690"/>
                  </a:lnTo>
                  <a:lnTo>
                    <a:pt x="181686" y="195935"/>
                  </a:lnTo>
                  <a:lnTo>
                    <a:pt x="179387" y="207251"/>
                  </a:lnTo>
                  <a:lnTo>
                    <a:pt x="181686" y="218554"/>
                  </a:lnTo>
                  <a:lnTo>
                    <a:pt x="187921" y="227799"/>
                  </a:lnTo>
                  <a:lnTo>
                    <a:pt x="197167" y="234048"/>
                  </a:lnTo>
                  <a:lnTo>
                    <a:pt x="208483" y="236334"/>
                  </a:lnTo>
                  <a:lnTo>
                    <a:pt x="219786" y="234048"/>
                  </a:lnTo>
                  <a:lnTo>
                    <a:pt x="229031" y="227799"/>
                  </a:lnTo>
                  <a:lnTo>
                    <a:pt x="235280" y="218554"/>
                  </a:lnTo>
                  <a:lnTo>
                    <a:pt x="237566" y="207251"/>
                  </a:lnTo>
                  <a:close/>
                </a:path>
                <a:path w="599440" h="581659">
                  <a:moveTo>
                    <a:pt x="237566" y="29083"/>
                  </a:moveTo>
                  <a:lnTo>
                    <a:pt x="235280" y="17767"/>
                  </a:lnTo>
                  <a:lnTo>
                    <a:pt x="229031" y="8521"/>
                  </a:lnTo>
                  <a:lnTo>
                    <a:pt x="219786" y="2286"/>
                  </a:lnTo>
                  <a:lnTo>
                    <a:pt x="208483" y="0"/>
                  </a:lnTo>
                  <a:lnTo>
                    <a:pt x="197167" y="2286"/>
                  </a:lnTo>
                  <a:lnTo>
                    <a:pt x="187921" y="8521"/>
                  </a:lnTo>
                  <a:lnTo>
                    <a:pt x="181686" y="17767"/>
                  </a:lnTo>
                  <a:lnTo>
                    <a:pt x="179387" y="29083"/>
                  </a:lnTo>
                  <a:lnTo>
                    <a:pt x="181686" y="40386"/>
                  </a:lnTo>
                  <a:lnTo>
                    <a:pt x="187921" y="49631"/>
                  </a:lnTo>
                  <a:lnTo>
                    <a:pt x="197167" y="55880"/>
                  </a:lnTo>
                  <a:lnTo>
                    <a:pt x="208483" y="58166"/>
                  </a:lnTo>
                  <a:lnTo>
                    <a:pt x="219786" y="55880"/>
                  </a:lnTo>
                  <a:lnTo>
                    <a:pt x="229031" y="49631"/>
                  </a:lnTo>
                  <a:lnTo>
                    <a:pt x="235280" y="40386"/>
                  </a:lnTo>
                  <a:lnTo>
                    <a:pt x="237566" y="29083"/>
                  </a:lnTo>
                  <a:close/>
                </a:path>
                <a:path w="599440" h="581659">
                  <a:moveTo>
                    <a:pt x="419417" y="552526"/>
                  </a:moveTo>
                  <a:lnTo>
                    <a:pt x="417131" y="541223"/>
                  </a:lnTo>
                  <a:lnTo>
                    <a:pt x="410895" y="531964"/>
                  </a:lnTo>
                  <a:lnTo>
                    <a:pt x="401637" y="525729"/>
                  </a:lnTo>
                  <a:lnTo>
                    <a:pt x="390334" y="523443"/>
                  </a:lnTo>
                  <a:lnTo>
                    <a:pt x="379018" y="525729"/>
                  </a:lnTo>
                  <a:lnTo>
                    <a:pt x="369773" y="531964"/>
                  </a:lnTo>
                  <a:lnTo>
                    <a:pt x="363537" y="541223"/>
                  </a:lnTo>
                  <a:lnTo>
                    <a:pt x="361251" y="552526"/>
                  </a:lnTo>
                  <a:lnTo>
                    <a:pt x="363537" y="563841"/>
                  </a:lnTo>
                  <a:lnTo>
                    <a:pt x="369773" y="573087"/>
                  </a:lnTo>
                  <a:lnTo>
                    <a:pt x="379018" y="579323"/>
                  </a:lnTo>
                  <a:lnTo>
                    <a:pt x="390334" y="581609"/>
                  </a:lnTo>
                  <a:lnTo>
                    <a:pt x="401637" y="579323"/>
                  </a:lnTo>
                  <a:lnTo>
                    <a:pt x="410895" y="573087"/>
                  </a:lnTo>
                  <a:lnTo>
                    <a:pt x="417131" y="563841"/>
                  </a:lnTo>
                  <a:lnTo>
                    <a:pt x="419417" y="552526"/>
                  </a:lnTo>
                  <a:close/>
                </a:path>
                <a:path w="599440" h="581659">
                  <a:moveTo>
                    <a:pt x="419417" y="374357"/>
                  </a:moveTo>
                  <a:lnTo>
                    <a:pt x="417131" y="363054"/>
                  </a:lnTo>
                  <a:lnTo>
                    <a:pt x="410895" y="353796"/>
                  </a:lnTo>
                  <a:lnTo>
                    <a:pt x="401637" y="347560"/>
                  </a:lnTo>
                  <a:lnTo>
                    <a:pt x="390334" y="345274"/>
                  </a:lnTo>
                  <a:lnTo>
                    <a:pt x="379018" y="347560"/>
                  </a:lnTo>
                  <a:lnTo>
                    <a:pt x="369773" y="353796"/>
                  </a:lnTo>
                  <a:lnTo>
                    <a:pt x="363537" y="363054"/>
                  </a:lnTo>
                  <a:lnTo>
                    <a:pt x="361251" y="374357"/>
                  </a:lnTo>
                  <a:lnTo>
                    <a:pt x="363537" y="385673"/>
                  </a:lnTo>
                  <a:lnTo>
                    <a:pt x="369773" y="394919"/>
                  </a:lnTo>
                  <a:lnTo>
                    <a:pt x="379018" y="401154"/>
                  </a:lnTo>
                  <a:lnTo>
                    <a:pt x="390334" y="403440"/>
                  </a:lnTo>
                  <a:lnTo>
                    <a:pt x="401637" y="401154"/>
                  </a:lnTo>
                  <a:lnTo>
                    <a:pt x="410895" y="394919"/>
                  </a:lnTo>
                  <a:lnTo>
                    <a:pt x="417131" y="385673"/>
                  </a:lnTo>
                  <a:lnTo>
                    <a:pt x="419417" y="374357"/>
                  </a:lnTo>
                  <a:close/>
                </a:path>
                <a:path w="599440" h="581659">
                  <a:moveTo>
                    <a:pt x="419417" y="207251"/>
                  </a:moveTo>
                  <a:lnTo>
                    <a:pt x="417131" y="195935"/>
                  </a:lnTo>
                  <a:lnTo>
                    <a:pt x="410895" y="186690"/>
                  </a:lnTo>
                  <a:lnTo>
                    <a:pt x="401637" y="180454"/>
                  </a:lnTo>
                  <a:lnTo>
                    <a:pt x="390334" y="178155"/>
                  </a:lnTo>
                  <a:lnTo>
                    <a:pt x="379018" y="180454"/>
                  </a:lnTo>
                  <a:lnTo>
                    <a:pt x="369773" y="186690"/>
                  </a:lnTo>
                  <a:lnTo>
                    <a:pt x="363537" y="195935"/>
                  </a:lnTo>
                  <a:lnTo>
                    <a:pt x="361251" y="207251"/>
                  </a:lnTo>
                  <a:lnTo>
                    <a:pt x="363537" y="218554"/>
                  </a:lnTo>
                  <a:lnTo>
                    <a:pt x="369773" y="227799"/>
                  </a:lnTo>
                  <a:lnTo>
                    <a:pt x="379018" y="234048"/>
                  </a:lnTo>
                  <a:lnTo>
                    <a:pt x="390334" y="236334"/>
                  </a:lnTo>
                  <a:lnTo>
                    <a:pt x="401637" y="234048"/>
                  </a:lnTo>
                  <a:lnTo>
                    <a:pt x="410895" y="227799"/>
                  </a:lnTo>
                  <a:lnTo>
                    <a:pt x="417131" y="218554"/>
                  </a:lnTo>
                  <a:lnTo>
                    <a:pt x="419417" y="207251"/>
                  </a:lnTo>
                  <a:close/>
                </a:path>
                <a:path w="599440" h="581659">
                  <a:moveTo>
                    <a:pt x="419417" y="29083"/>
                  </a:moveTo>
                  <a:lnTo>
                    <a:pt x="417131" y="17767"/>
                  </a:lnTo>
                  <a:lnTo>
                    <a:pt x="410895" y="8521"/>
                  </a:lnTo>
                  <a:lnTo>
                    <a:pt x="401637" y="2286"/>
                  </a:lnTo>
                  <a:lnTo>
                    <a:pt x="390334" y="0"/>
                  </a:lnTo>
                  <a:lnTo>
                    <a:pt x="379018" y="2286"/>
                  </a:lnTo>
                  <a:lnTo>
                    <a:pt x="369773" y="8521"/>
                  </a:lnTo>
                  <a:lnTo>
                    <a:pt x="363537" y="17767"/>
                  </a:lnTo>
                  <a:lnTo>
                    <a:pt x="361251" y="29083"/>
                  </a:lnTo>
                  <a:lnTo>
                    <a:pt x="363537" y="40386"/>
                  </a:lnTo>
                  <a:lnTo>
                    <a:pt x="369773" y="49631"/>
                  </a:lnTo>
                  <a:lnTo>
                    <a:pt x="379018" y="55880"/>
                  </a:lnTo>
                  <a:lnTo>
                    <a:pt x="390334" y="58166"/>
                  </a:lnTo>
                  <a:lnTo>
                    <a:pt x="401637" y="55880"/>
                  </a:lnTo>
                  <a:lnTo>
                    <a:pt x="410895" y="49631"/>
                  </a:lnTo>
                  <a:lnTo>
                    <a:pt x="417131" y="40386"/>
                  </a:lnTo>
                  <a:lnTo>
                    <a:pt x="419417" y="29083"/>
                  </a:lnTo>
                  <a:close/>
                </a:path>
                <a:path w="599440" h="581659">
                  <a:moveTo>
                    <a:pt x="598817" y="552526"/>
                  </a:moveTo>
                  <a:lnTo>
                    <a:pt x="596531" y="541223"/>
                  </a:lnTo>
                  <a:lnTo>
                    <a:pt x="590283" y="531964"/>
                  </a:lnTo>
                  <a:lnTo>
                    <a:pt x="581037" y="525729"/>
                  </a:lnTo>
                  <a:lnTo>
                    <a:pt x="569734" y="523443"/>
                  </a:lnTo>
                  <a:lnTo>
                    <a:pt x="558419" y="525729"/>
                  </a:lnTo>
                  <a:lnTo>
                    <a:pt x="549173" y="531964"/>
                  </a:lnTo>
                  <a:lnTo>
                    <a:pt x="542937" y="541223"/>
                  </a:lnTo>
                  <a:lnTo>
                    <a:pt x="540639" y="552526"/>
                  </a:lnTo>
                  <a:lnTo>
                    <a:pt x="542937" y="563841"/>
                  </a:lnTo>
                  <a:lnTo>
                    <a:pt x="549173" y="573087"/>
                  </a:lnTo>
                  <a:lnTo>
                    <a:pt x="558419" y="579323"/>
                  </a:lnTo>
                  <a:lnTo>
                    <a:pt x="569734" y="581609"/>
                  </a:lnTo>
                  <a:lnTo>
                    <a:pt x="581037" y="579323"/>
                  </a:lnTo>
                  <a:lnTo>
                    <a:pt x="590283" y="573087"/>
                  </a:lnTo>
                  <a:lnTo>
                    <a:pt x="596531" y="563841"/>
                  </a:lnTo>
                  <a:lnTo>
                    <a:pt x="598817" y="552526"/>
                  </a:lnTo>
                  <a:close/>
                </a:path>
                <a:path w="599440" h="581659">
                  <a:moveTo>
                    <a:pt x="598817" y="374357"/>
                  </a:moveTo>
                  <a:lnTo>
                    <a:pt x="596531" y="363054"/>
                  </a:lnTo>
                  <a:lnTo>
                    <a:pt x="590283" y="353796"/>
                  </a:lnTo>
                  <a:lnTo>
                    <a:pt x="581037" y="347560"/>
                  </a:lnTo>
                  <a:lnTo>
                    <a:pt x="569734" y="345274"/>
                  </a:lnTo>
                  <a:lnTo>
                    <a:pt x="558419" y="347560"/>
                  </a:lnTo>
                  <a:lnTo>
                    <a:pt x="549173" y="353796"/>
                  </a:lnTo>
                  <a:lnTo>
                    <a:pt x="542937" y="363054"/>
                  </a:lnTo>
                  <a:lnTo>
                    <a:pt x="540639" y="374357"/>
                  </a:lnTo>
                  <a:lnTo>
                    <a:pt x="542937" y="385673"/>
                  </a:lnTo>
                  <a:lnTo>
                    <a:pt x="549173" y="394919"/>
                  </a:lnTo>
                  <a:lnTo>
                    <a:pt x="558419" y="401154"/>
                  </a:lnTo>
                  <a:lnTo>
                    <a:pt x="569734" y="403440"/>
                  </a:lnTo>
                  <a:lnTo>
                    <a:pt x="581037" y="401154"/>
                  </a:lnTo>
                  <a:lnTo>
                    <a:pt x="590283" y="394919"/>
                  </a:lnTo>
                  <a:lnTo>
                    <a:pt x="596531" y="385673"/>
                  </a:lnTo>
                  <a:lnTo>
                    <a:pt x="598817" y="374357"/>
                  </a:lnTo>
                  <a:close/>
                </a:path>
                <a:path w="599440" h="581659">
                  <a:moveTo>
                    <a:pt x="598817" y="207251"/>
                  </a:moveTo>
                  <a:lnTo>
                    <a:pt x="596531" y="195935"/>
                  </a:lnTo>
                  <a:lnTo>
                    <a:pt x="590283" y="186690"/>
                  </a:lnTo>
                  <a:lnTo>
                    <a:pt x="581037" y="180454"/>
                  </a:lnTo>
                  <a:lnTo>
                    <a:pt x="569734" y="178155"/>
                  </a:lnTo>
                  <a:lnTo>
                    <a:pt x="558419" y="180454"/>
                  </a:lnTo>
                  <a:lnTo>
                    <a:pt x="549173" y="186690"/>
                  </a:lnTo>
                  <a:lnTo>
                    <a:pt x="542937" y="195935"/>
                  </a:lnTo>
                  <a:lnTo>
                    <a:pt x="540639" y="207251"/>
                  </a:lnTo>
                  <a:lnTo>
                    <a:pt x="542937" y="218554"/>
                  </a:lnTo>
                  <a:lnTo>
                    <a:pt x="549173" y="227799"/>
                  </a:lnTo>
                  <a:lnTo>
                    <a:pt x="558419" y="234048"/>
                  </a:lnTo>
                  <a:lnTo>
                    <a:pt x="569734" y="236334"/>
                  </a:lnTo>
                  <a:lnTo>
                    <a:pt x="581037" y="234048"/>
                  </a:lnTo>
                  <a:lnTo>
                    <a:pt x="590283" y="227799"/>
                  </a:lnTo>
                  <a:lnTo>
                    <a:pt x="596531" y="218554"/>
                  </a:lnTo>
                  <a:lnTo>
                    <a:pt x="598817" y="207251"/>
                  </a:lnTo>
                  <a:close/>
                </a:path>
                <a:path w="599440" h="581659">
                  <a:moveTo>
                    <a:pt x="598817" y="29083"/>
                  </a:moveTo>
                  <a:lnTo>
                    <a:pt x="596531" y="17767"/>
                  </a:lnTo>
                  <a:lnTo>
                    <a:pt x="590283" y="8521"/>
                  </a:lnTo>
                  <a:lnTo>
                    <a:pt x="581037" y="2286"/>
                  </a:lnTo>
                  <a:lnTo>
                    <a:pt x="569734" y="0"/>
                  </a:lnTo>
                  <a:lnTo>
                    <a:pt x="558419" y="2286"/>
                  </a:lnTo>
                  <a:lnTo>
                    <a:pt x="549173" y="8521"/>
                  </a:lnTo>
                  <a:lnTo>
                    <a:pt x="542937" y="17767"/>
                  </a:lnTo>
                  <a:lnTo>
                    <a:pt x="540639" y="29083"/>
                  </a:lnTo>
                  <a:lnTo>
                    <a:pt x="542937" y="40386"/>
                  </a:lnTo>
                  <a:lnTo>
                    <a:pt x="549173" y="49631"/>
                  </a:lnTo>
                  <a:lnTo>
                    <a:pt x="558419" y="55880"/>
                  </a:lnTo>
                  <a:lnTo>
                    <a:pt x="569734" y="58166"/>
                  </a:lnTo>
                  <a:lnTo>
                    <a:pt x="581037" y="55880"/>
                  </a:lnTo>
                  <a:lnTo>
                    <a:pt x="590283" y="49631"/>
                  </a:lnTo>
                  <a:lnTo>
                    <a:pt x="596531" y="40386"/>
                  </a:lnTo>
                  <a:lnTo>
                    <a:pt x="598817" y="29083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4" name="object 24"/>
          <p:cNvSpPr txBox="1"/>
          <p:nvPr/>
        </p:nvSpPr>
        <p:spPr>
          <a:xfrm>
            <a:off x="183096" y="3351083"/>
            <a:ext cx="10953065" cy="6289542"/>
          </a:xfrm>
          <a:prstGeom prst="rect">
            <a:avLst/>
          </a:prstGeom>
        </p:spPr>
        <p:txBody>
          <a:bodyPr vert="horz" wrap="square" lIns="0" tIns="272415" rIns="0" bIns="0" rtlCol="0">
            <a:spAutoFit/>
          </a:bodyPr>
          <a:lstStyle/>
          <a:p>
            <a:pPr marL="12700" marR="5080" algn="l">
              <a:lnSpc>
                <a:spcPts val="11180"/>
              </a:lnSpc>
              <a:spcBef>
                <a:spcPts val="2145"/>
              </a:spcBef>
            </a:pPr>
            <a:r>
              <a:rPr lang="en-US" sz="4400" dirty="0">
                <a:solidFill>
                  <a:schemeClr val="accent6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gerian" panose="04020705040A02060702" pitchFamily="82" charset="0"/>
                <a:cs typeface="Arial" panose="020B0604020202020204" pitchFamily="34" charset="0"/>
              </a:rPr>
              <a:t>DRONE ENABLED WATER MANAGEMENT FOR SUSTAINABLE AGRICULTURE</a:t>
            </a:r>
          </a:p>
          <a:p>
            <a:pPr marL="12700" marR="5080" algn="l">
              <a:lnSpc>
                <a:spcPts val="11180"/>
              </a:lnSpc>
              <a:spcBef>
                <a:spcPts val="2145"/>
              </a:spcBef>
            </a:pPr>
            <a:r>
              <a:rPr lang="en-US" sz="4400" dirty="0">
                <a:solidFill>
                  <a:schemeClr val="accent6">
                    <a:lumMod val="75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Department of computer science government college university, hyd.</a:t>
            </a:r>
          </a:p>
        </p:txBody>
      </p:sp>
      <p:sp>
        <p:nvSpPr>
          <p:cNvPr id="26" name="object 26"/>
          <p:cNvSpPr txBox="1">
            <a:spLocks noGrp="1"/>
          </p:cNvSpPr>
          <p:nvPr>
            <p:ph type="title"/>
          </p:nvPr>
        </p:nvSpPr>
        <p:spPr>
          <a:xfrm>
            <a:off x="4262887" y="1080022"/>
            <a:ext cx="9986514" cy="571951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584200" indent="-571500" algn="ctr">
              <a:lnSpc>
                <a:spcPct val="100000"/>
              </a:lnSpc>
              <a:spcBef>
                <a:spcPts val="140"/>
              </a:spcBef>
              <a:buFont typeface="Wingdings" panose="05000000000000000000" pitchFamily="2" charset="2"/>
              <a:buChar char="q"/>
            </a:pPr>
            <a:r>
              <a:rPr lang="en-US" sz="3600" spc="-25" dirty="0">
                <a:solidFill>
                  <a:schemeClr val="accent6">
                    <a:lumMod val="75000"/>
                  </a:schemeClr>
                </a:solidFill>
                <a:latin typeface="Bahnschrift" panose="020B0502040204020203" pitchFamily="34" charset="0"/>
                <a:cs typeface="Arial" panose="020B0604020202020204" pitchFamily="34" charset="0"/>
              </a:rPr>
              <a:t>INITIAL DEFENSE FYP PRESENTATION</a:t>
            </a:r>
            <a:endParaRPr sz="3600" spc="-25" dirty="0">
              <a:solidFill>
                <a:schemeClr val="accent6">
                  <a:lumMod val="75000"/>
                </a:schemeClr>
              </a:solidFill>
              <a:latin typeface="Bahnschrift" panose="020B0502040204020203" pitchFamily="34" charset="0"/>
              <a:cs typeface="Arial" panose="020B0604020202020204" pitchFamily="34" charset="0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6859889" y="1498668"/>
            <a:ext cx="638810" cy="33401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000" spc="-10" dirty="0">
                <a:solidFill>
                  <a:srgbClr val="FFFFFF"/>
                </a:solidFill>
                <a:latin typeface="Tahoma"/>
                <a:cs typeface="Tahoma"/>
              </a:rPr>
              <a:t>Since</a:t>
            </a:r>
            <a:endParaRPr sz="2000">
              <a:latin typeface="Tahoma"/>
              <a:cs typeface="Tahoma"/>
            </a:endParaRPr>
          </a:p>
        </p:txBody>
      </p:sp>
      <p:pic>
        <p:nvPicPr>
          <p:cNvPr id="25" name="object 14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24348" y="307367"/>
            <a:ext cx="3377448" cy="340086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-3810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7998" y="10286999"/>
                </a:moveTo>
                <a:lnTo>
                  <a:pt x="0" y="10286999"/>
                </a:lnTo>
                <a:lnTo>
                  <a:pt x="0" y="0"/>
                </a:lnTo>
                <a:lnTo>
                  <a:pt x="18287998" y="0"/>
                </a:lnTo>
                <a:lnTo>
                  <a:pt x="18287998" y="10286999"/>
                </a:lnTo>
                <a:close/>
              </a:path>
            </a:pathLst>
          </a:custGeom>
          <a:solidFill>
            <a:srgbClr val="0F6B3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1278625" y="1019175"/>
            <a:ext cx="185420" cy="327660"/>
          </a:xfrm>
          <a:custGeom>
            <a:avLst/>
            <a:gdLst/>
            <a:ahLst/>
            <a:cxnLst/>
            <a:rect l="l" t="t" r="r" b="b"/>
            <a:pathLst>
              <a:path w="185419" h="327659">
                <a:moveTo>
                  <a:pt x="94639" y="327461"/>
                </a:moveTo>
                <a:lnTo>
                  <a:pt x="88503" y="327461"/>
                </a:lnTo>
                <a:lnTo>
                  <a:pt x="85552" y="326399"/>
                </a:lnTo>
                <a:lnTo>
                  <a:pt x="46264" y="282219"/>
                </a:lnTo>
                <a:lnTo>
                  <a:pt x="20178" y="241362"/>
                </a:lnTo>
                <a:lnTo>
                  <a:pt x="4801" y="201191"/>
                </a:lnTo>
                <a:lnTo>
                  <a:pt x="0" y="161429"/>
                </a:lnTo>
                <a:lnTo>
                  <a:pt x="5420" y="122751"/>
                </a:lnTo>
                <a:lnTo>
                  <a:pt x="20886" y="83709"/>
                </a:lnTo>
                <a:lnTo>
                  <a:pt x="46530" y="44024"/>
                </a:lnTo>
                <a:lnTo>
                  <a:pt x="82484" y="3422"/>
                </a:lnTo>
                <a:lnTo>
                  <a:pt x="87676" y="0"/>
                </a:lnTo>
                <a:lnTo>
                  <a:pt x="94049" y="0"/>
                </a:lnTo>
                <a:lnTo>
                  <a:pt x="136827" y="45309"/>
                </a:lnTo>
                <a:lnTo>
                  <a:pt x="163450" y="85051"/>
                </a:lnTo>
                <a:lnTo>
                  <a:pt x="179474" y="123332"/>
                </a:lnTo>
                <a:lnTo>
                  <a:pt x="185266" y="160839"/>
                </a:lnTo>
                <a:lnTo>
                  <a:pt x="180796" y="199963"/>
                </a:lnTo>
                <a:lnTo>
                  <a:pt x="165353" y="239739"/>
                </a:lnTo>
                <a:lnTo>
                  <a:pt x="138536" y="280866"/>
                </a:lnTo>
                <a:lnTo>
                  <a:pt x="99949" y="324039"/>
                </a:lnTo>
                <a:lnTo>
                  <a:pt x="94639" y="327461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1057592" y="1270532"/>
            <a:ext cx="628015" cy="843915"/>
          </a:xfrm>
          <a:custGeom>
            <a:avLst/>
            <a:gdLst/>
            <a:ahLst/>
            <a:cxnLst/>
            <a:rect l="l" t="t" r="r" b="b"/>
            <a:pathLst>
              <a:path w="628014" h="843914">
                <a:moveTo>
                  <a:pt x="303390" y="831926"/>
                </a:moveTo>
                <a:lnTo>
                  <a:pt x="300482" y="775792"/>
                </a:lnTo>
                <a:lnTo>
                  <a:pt x="291757" y="725170"/>
                </a:lnTo>
                <a:lnTo>
                  <a:pt x="277241" y="680046"/>
                </a:lnTo>
                <a:lnTo>
                  <a:pt x="256946" y="640461"/>
                </a:lnTo>
                <a:lnTo>
                  <a:pt x="230898" y="606437"/>
                </a:lnTo>
                <a:lnTo>
                  <a:pt x="199097" y="577977"/>
                </a:lnTo>
                <a:lnTo>
                  <a:pt x="161556" y="555091"/>
                </a:lnTo>
                <a:lnTo>
                  <a:pt x="118313" y="537819"/>
                </a:lnTo>
                <a:lnTo>
                  <a:pt x="69380" y="526173"/>
                </a:lnTo>
                <a:lnTo>
                  <a:pt x="14757" y="520153"/>
                </a:lnTo>
                <a:lnTo>
                  <a:pt x="8026" y="520153"/>
                </a:lnTo>
                <a:lnTo>
                  <a:pt x="152" y="561225"/>
                </a:lnTo>
                <a:lnTo>
                  <a:pt x="0" y="571131"/>
                </a:lnTo>
                <a:lnTo>
                  <a:pt x="4330" y="623062"/>
                </a:lnTo>
                <a:lnTo>
                  <a:pt x="17297" y="670229"/>
                </a:lnTo>
                <a:lnTo>
                  <a:pt x="38836" y="712482"/>
                </a:lnTo>
                <a:lnTo>
                  <a:pt x="68922" y="749681"/>
                </a:lnTo>
                <a:lnTo>
                  <a:pt x="101511" y="777316"/>
                </a:lnTo>
                <a:lnTo>
                  <a:pt x="140030" y="800569"/>
                </a:lnTo>
                <a:lnTo>
                  <a:pt x="184365" y="819391"/>
                </a:lnTo>
                <a:lnTo>
                  <a:pt x="234416" y="833755"/>
                </a:lnTo>
                <a:lnTo>
                  <a:pt x="290055" y="843610"/>
                </a:lnTo>
                <a:lnTo>
                  <a:pt x="290525" y="843724"/>
                </a:lnTo>
                <a:lnTo>
                  <a:pt x="294424" y="843724"/>
                </a:lnTo>
                <a:lnTo>
                  <a:pt x="297256" y="842657"/>
                </a:lnTo>
                <a:lnTo>
                  <a:pt x="299377" y="840778"/>
                </a:lnTo>
                <a:lnTo>
                  <a:pt x="301980" y="838530"/>
                </a:lnTo>
                <a:lnTo>
                  <a:pt x="303390" y="835342"/>
                </a:lnTo>
                <a:lnTo>
                  <a:pt x="303390" y="831926"/>
                </a:lnTo>
                <a:close/>
              </a:path>
              <a:path w="628014" h="843914">
                <a:moveTo>
                  <a:pt x="304812" y="534911"/>
                </a:moveTo>
                <a:lnTo>
                  <a:pt x="302082" y="482257"/>
                </a:lnTo>
                <a:lnTo>
                  <a:pt x="293903" y="434759"/>
                </a:lnTo>
                <a:lnTo>
                  <a:pt x="280289" y="392442"/>
                </a:lnTo>
                <a:lnTo>
                  <a:pt x="261251" y="355307"/>
                </a:lnTo>
                <a:lnTo>
                  <a:pt x="236804" y="323392"/>
                </a:lnTo>
                <a:lnTo>
                  <a:pt x="206984" y="296684"/>
                </a:lnTo>
                <a:lnTo>
                  <a:pt x="171780" y="275234"/>
                </a:lnTo>
                <a:lnTo>
                  <a:pt x="131229" y="259041"/>
                </a:lnTo>
                <a:lnTo>
                  <a:pt x="85331" y="248119"/>
                </a:lnTo>
                <a:lnTo>
                  <a:pt x="34112" y="242493"/>
                </a:lnTo>
                <a:lnTo>
                  <a:pt x="27381" y="242493"/>
                </a:lnTo>
                <a:lnTo>
                  <a:pt x="19621" y="281711"/>
                </a:lnTo>
                <a:lnTo>
                  <a:pt x="19481" y="290995"/>
                </a:lnTo>
                <a:lnTo>
                  <a:pt x="23545" y="339712"/>
                </a:lnTo>
                <a:lnTo>
                  <a:pt x="35699" y="383971"/>
                </a:lnTo>
                <a:lnTo>
                  <a:pt x="55918" y="423595"/>
                </a:lnTo>
                <a:lnTo>
                  <a:pt x="84137" y="458444"/>
                </a:lnTo>
                <a:lnTo>
                  <a:pt x="114693" y="484365"/>
                </a:lnTo>
                <a:lnTo>
                  <a:pt x="150799" y="506171"/>
                </a:lnTo>
                <a:lnTo>
                  <a:pt x="192354" y="523836"/>
                </a:lnTo>
                <a:lnTo>
                  <a:pt x="239280" y="537324"/>
                </a:lnTo>
                <a:lnTo>
                  <a:pt x="291477" y="546595"/>
                </a:lnTo>
                <a:lnTo>
                  <a:pt x="291947" y="546709"/>
                </a:lnTo>
                <a:lnTo>
                  <a:pt x="295846" y="546709"/>
                </a:lnTo>
                <a:lnTo>
                  <a:pt x="298678" y="545642"/>
                </a:lnTo>
                <a:lnTo>
                  <a:pt x="300799" y="543763"/>
                </a:lnTo>
                <a:lnTo>
                  <a:pt x="303390" y="541515"/>
                </a:lnTo>
                <a:lnTo>
                  <a:pt x="304812" y="538327"/>
                </a:lnTo>
                <a:lnTo>
                  <a:pt x="304812" y="534911"/>
                </a:lnTo>
                <a:close/>
              </a:path>
              <a:path w="628014" h="843914">
                <a:moveTo>
                  <a:pt x="307517" y="256540"/>
                </a:moveTo>
                <a:lnTo>
                  <a:pt x="304571" y="205511"/>
                </a:lnTo>
                <a:lnTo>
                  <a:pt x="295706" y="160083"/>
                </a:lnTo>
                <a:lnTo>
                  <a:pt x="280974" y="120256"/>
                </a:lnTo>
                <a:lnTo>
                  <a:pt x="260375" y="86055"/>
                </a:lnTo>
                <a:lnTo>
                  <a:pt x="233934" y="57492"/>
                </a:lnTo>
                <a:lnTo>
                  <a:pt x="201663" y="34607"/>
                </a:lnTo>
                <a:lnTo>
                  <a:pt x="163601" y="17399"/>
                </a:lnTo>
                <a:lnTo>
                  <a:pt x="119735" y="5892"/>
                </a:lnTo>
                <a:lnTo>
                  <a:pt x="70104" y="114"/>
                </a:lnTo>
                <a:lnTo>
                  <a:pt x="63373" y="114"/>
                </a:lnTo>
                <a:lnTo>
                  <a:pt x="55816" y="43891"/>
                </a:lnTo>
                <a:lnTo>
                  <a:pt x="59397" y="86664"/>
                </a:lnTo>
                <a:lnTo>
                  <a:pt x="70078" y="125514"/>
                </a:lnTo>
                <a:lnTo>
                  <a:pt x="87833" y="160299"/>
                </a:lnTo>
                <a:lnTo>
                  <a:pt x="112585" y="190931"/>
                </a:lnTo>
                <a:lnTo>
                  <a:pt x="146850" y="218821"/>
                </a:lnTo>
                <a:lnTo>
                  <a:pt x="188645" y="241033"/>
                </a:lnTo>
                <a:lnTo>
                  <a:pt x="237820" y="257517"/>
                </a:lnTo>
                <a:lnTo>
                  <a:pt x="294182" y="268224"/>
                </a:lnTo>
                <a:lnTo>
                  <a:pt x="294665" y="268338"/>
                </a:lnTo>
                <a:lnTo>
                  <a:pt x="298551" y="268338"/>
                </a:lnTo>
                <a:lnTo>
                  <a:pt x="301383" y="267271"/>
                </a:lnTo>
                <a:lnTo>
                  <a:pt x="303517" y="265391"/>
                </a:lnTo>
                <a:lnTo>
                  <a:pt x="306108" y="263144"/>
                </a:lnTo>
                <a:lnTo>
                  <a:pt x="307517" y="259956"/>
                </a:lnTo>
                <a:lnTo>
                  <a:pt x="307517" y="256540"/>
                </a:lnTo>
                <a:close/>
              </a:path>
              <a:path w="628014" h="843914">
                <a:moveTo>
                  <a:pt x="571728" y="43776"/>
                </a:moveTo>
                <a:lnTo>
                  <a:pt x="569137" y="4483"/>
                </a:lnTo>
                <a:lnTo>
                  <a:pt x="564070" y="0"/>
                </a:lnTo>
                <a:lnTo>
                  <a:pt x="557453" y="0"/>
                </a:lnTo>
                <a:lnTo>
                  <a:pt x="507822" y="5778"/>
                </a:lnTo>
                <a:lnTo>
                  <a:pt x="463956" y="17272"/>
                </a:lnTo>
                <a:lnTo>
                  <a:pt x="425881" y="34480"/>
                </a:lnTo>
                <a:lnTo>
                  <a:pt x="393623" y="57378"/>
                </a:lnTo>
                <a:lnTo>
                  <a:pt x="367182" y="85928"/>
                </a:lnTo>
                <a:lnTo>
                  <a:pt x="346583" y="120129"/>
                </a:lnTo>
                <a:lnTo>
                  <a:pt x="331838" y="159956"/>
                </a:lnTo>
                <a:lnTo>
                  <a:pt x="322986" y="205397"/>
                </a:lnTo>
                <a:lnTo>
                  <a:pt x="320027" y="256425"/>
                </a:lnTo>
                <a:lnTo>
                  <a:pt x="320027" y="259842"/>
                </a:lnTo>
                <a:lnTo>
                  <a:pt x="321564" y="263029"/>
                </a:lnTo>
                <a:lnTo>
                  <a:pt x="324040" y="265264"/>
                </a:lnTo>
                <a:lnTo>
                  <a:pt x="326174" y="267157"/>
                </a:lnTo>
                <a:lnTo>
                  <a:pt x="329006" y="268224"/>
                </a:lnTo>
                <a:lnTo>
                  <a:pt x="332892" y="268224"/>
                </a:lnTo>
                <a:lnTo>
                  <a:pt x="333362" y="268097"/>
                </a:lnTo>
                <a:lnTo>
                  <a:pt x="389737" y="257403"/>
                </a:lnTo>
                <a:lnTo>
                  <a:pt x="438912" y="240919"/>
                </a:lnTo>
                <a:lnTo>
                  <a:pt x="480707" y="218706"/>
                </a:lnTo>
                <a:lnTo>
                  <a:pt x="514972" y="190804"/>
                </a:lnTo>
                <a:lnTo>
                  <a:pt x="539724" y="160185"/>
                </a:lnTo>
                <a:lnTo>
                  <a:pt x="557466" y="125387"/>
                </a:lnTo>
                <a:lnTo>
                  <a:pt x="568159" y="86550"/>
                </a:lnTo>
                <a:lnTo>
                  <a:pt x="571728" y="43776"/>
                </a:lnTo>
                <a:close/>
              </a:path>
              <a:path w="628014" h="843914">
                <a:moveTo>
                  <a:pt x="608076" y="290880"/>
                </a:moveTo>
                <a:lnTo>
                  <a:pt x="605129" y="246862"/>
                </a:lnTo>
                <a:lnTo>
                  <a:pt x="600049" y="242379"/>
                </a:lnTo>
                <a:lnTo>
                  <a:pt x="593445" y="242379"/>
                </a:lnTo>
                <a:lnTo>
                  <a:pt x="542226" y="248005"/>
                </a:lnTo>
                <a:lnTo>
                  <a:pt x="496328" y="258914"/>
                </a:lnTo>
                <a:lnTo>
                  <a:pt x="455777" y="275120"/>
                </a:lnTo>
                <a:lnTo>
                  <a:pt x="420573" y="296570"/>
                </a:lnTo>
                <a:lnTo>
                  <a:pt x="390740" y="323253"/>
                </a:lnTo>
                <a:lnTo>
                  <a:pt x="366306" y="355168"/>
                </a:lnTo>
                <a:lnTo>
                  <a:pt x="347268" y="392277"/>
                </a:lnTo>
                <a:lnTo>
                  <a:pt x="333654" y="434581"/>
                </a:lnTo>
                <a:lnTo>
                  <a:pt x="325475" y="482053"/>
                </a:lnTo>
                <a:lnTo>
                  <a:pt x="322745" y="534670"/>
                </a:lnTo>
                <a:lnTo>
                  <a:pt x="322745" y="538213"/>
                </a:lnTo>
                <a:lnTo>
                  <a:pt x="324167" y="541401"/>
                </a:lnTo>
                <a:lnTo>
                  <a:pt x="326758" y="543636"/>
                </a:lnTo>
                <a:lnTo>
                  <a:pt x="328879" y="545528"/>
                </a:lnTo>
                <a:lnTo>
                  <a:pt x="331711" y="546595"/>
                </a:lnTo>
                <a:lnTo>
                  <a:pt x="335610" y="546595"/>
                </a:lnTo>
                <a:lnTo>
                  <a:pt x="336080" y="546468"/>
                </a:lnTo>
                <a:lnTo>
                  <a:pt x="388277" y="537260"/>
                </a:lnTo>
                <a:lnTo>
                  <a:pt x="435190" y="523811"/>
                </a:lnTo>
                <a:lnTo>
                  <a:pt x="476758" y="506145"/>
                </a:lnTo>
                <a:lnTo>
                  <a:pt x="512851" y="484301"/>
                </a:lnTo>
                <a:lnTo>
                  <a:pt x="543407" y="458330"/>
                </a:lnTo>
                <a:lnTo>
                  <a:pt x="571588" y="423481"/>
                </a:lnTo>
                <a:lnTo>
                  <a:pt x="591807" y="383844"/>
                </a:lnTo>
                <a:lnTo>
                  <a:pt x="603999" y="339598"/>
                </a:lnTo>
                <a:lnTo>
                  <a:pt x="608076" y="290880"/>
                </a:lnTo>
                <a:close/>
              </a:path>
              <a:path w="628014" h="843914">
                <a:moveTo>
                  <a:pt x="627545" y="571131"/>
                </a:moveTo>
                <a:lnTo>
                  <a:pt x="625195" y="530656"/>
                </a:lnTo>
                <a:lnTo>
                  <a:pt x="619404" y="520153"/>
                </a:lnTo>
                <a:lnTo>
                  <a:pt x="612800" y="520153"/>
                </a:lnTo>
                <a:lnTo>
                  <a:pt x="558177" y="526173"/>
                </a:lnTo>
                <a:lnTo>
                  <a:pt x="509231" y="537819"/>
                </a:lnTo>
                <a:lnTo>
                  <a:pt x="465988" y="555091"/>
                </a:lnTo>
                <a:lnTo>
                  <a:pt x="428459" y="577977"/>
                </a:lnTo>
                <a:lnTo>
                  <a:pt x="396659" y="606437"/>
                </a:lnTo>
                <a:lnTo>
                  <a:pt x="370598" y="640461"/>
                </a:lnTo>
                <a:lnTo>
                  <a:pt x="350316" y="680046"/>
                </a:lnTo>
                <a:lnTo>
                  <a:pt x="335800" y="725170"/>
                </a:lnTo>
                <a:lnTo>
                  <a:pt x="327075" y="775792"/>
                </a:lnTo>
                <a:lnTo>
                  <a:pt x="324167" y="831926"/>
                </a:lnTo>
                <a:lnTo>
                  <a:pt x="324167" y="835342"/>
                </a:lnTo>
                <a:lnTo>
                  <a:pt x="325577" y="838530"/>
                </a:lnTo>
                <a:lnTo>
                  <a:pt x="328168" y="840778"/>
                </a:lnTo>
                <a:lnTo>
                  <a:pt x="330301" y="842657"/>
                </a:lnTo>
                <a:lnTo>
                  <a:pt x="333133" y="843724"/>
                </a:lnTo>
                <a:lnTo>
                  <a:pt x="337019" y="843724"/>
                </a:lnTo>
                <a:lnTo>
                  <a:pt x="337502" y="843610"/>
                </a:lnTo>
                <a:lnTo>
                  <a:pt x="393192" y="833755"/>
                </a:lnTo>
                <a:lnTo>
                  <a:pt x="443242" y="819391"/>
                </a:lnTo>
                <a:lnTo>
                  <a:pt x="487553" y="800569"/>
                </a:lnTo>
                <a:lnTo>
                  <a:pt x="526059" y="777316"/>
                </a:lnTo>
                <a:lnTo>
                  <a:pt x="558634" y="749681"/>
                </a:lnTo>
                <a:lnTo>
                  <a:pt x="588670" y="712558"/>
                </a:lnTo>
                <a:lnTo>
                  <a:pt x="610222" y="670318"/>
                </a:lnTo>
                <a:lnTo>
                  <a:pt x="623201" y="623125"/>
                </a:lnTo>
                <a:lnTo>
                  <a:pt x="627545" y="571131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9" name="object 9"/>
          <p:cNvGrpSpPr/>
          <p:nvPr/>
        </p:nvGrpSpPr>
        <p:grpSpPr>
          <a:xfrm>
            <a:off x="918595" y="3167866"/>
            <a:ext cx="6226282" cy="6319034"/>
            <a:chOff x="8001713" y="5382422"/>
            <a:chExt cx="9178411" cy="3939052"/>
          </a:xfrm>
        </p:grpSpPr>
        <p:sp>
          <p:nvSpPr>
            <p:cNvPr id="10" name="object 10"/>
            <p:cNvSpPr/>
            <p:nvPr/>
          </p:nvSpPr>
          <p:spPr>
            <a:xfrm>
              <a:off x="8001801" y="6264371"/>
              <a:ext cx="531495" cy="531495"/>
            </a:xfrm>
            <a:custGeom>
              <a:avLst/>
              <a:gdLst/>
              <a:ahLst/>
              <a:cxnLst/>
              <a:rect l="l" t="t" r="r" b="b"/>
              <a:pathLst>
                <a:path w="531495" h="531495">
                  <a:moveTo>
                    <a:pt x="388921" y="531372"/>
                  </a:moveTo>
                  <a:lnTo>
                    <a:pt x="0" y="142363"/>
                  </a:lnTo>
                  <a:lnTo>
                    <a:pt x="531284" y="0"/>
                  </a:lnTo>
                  <a:lnTo>
                    <a:pt x="388921" y="531372"/>
                  </a:lnTo>
                  <a:close/>
                </a:path>
              </a:pathLst>
            </a:custGeom>
            <a:solidFill>
              <a:srgbClr val="139753"/>
            </a:solidFill>
          </p:spPr>
          <p:txBody>
            <a:bodyPr wrap="square" lIns="0" tIns="0" rIns="0" bIns="0" rtlCol="0"/>
            <a:lstStyle/>
            <a:p>
              <a:pPr algn="ctr"/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8237957" y="5875537"/>
              <a:ext cx="7305675" cy="1922145"/>
            </a:xfrm>
            <a:custGeom>
              <a:avLst/>
              <a:gdLst/>
              <a:ahLst/>
              <a:cxnLst/>
              <a:rect l="l" t="t" r="r" b="b"/>
              <a:pathLst>
                <a:path w="7305675" h="1922145">
                  <a:moveTo>
                    <a:pt x="7305143" y="1921951"/>
                  </a:moveTo>
                  <a:lnTo>
                    <a:pt x="427795" y="1921951"/>
                  </a:lnTo>
                  <a:lnTo>
                    <a:pt x="381186" y="1919441"/>
                  </a:lnTo>
                  <a:lnTo>
                    <a:pt x="336029" y="1912083"/>
                  </a:lnTo>
                  <a:lnTo>
                    <a:pt x="292587" y="1900140"/>
                  </a:lnTo>
                  <a:lnTo>
                    <a:pt x="251119" y="1883872"/>
                  </a:lnTo>
                  <a:lnTo>
                    <a:pt x="211888" y="1863540"/>
                  </a:lnTo>
                  <a:lnTo>
                    <a:pt x="175154" y="1839405"/>
                  </a:lnTo>
                  <a:lnTo>
                    <a:pt x="141178" y="1811729"/>
                  </a:lnTo>
                  <a:lnTo>
                    <a:pt x="110221" y="1780773"/>
                  </a:lnTo>
                  <a:lnTo>
                    <a:pt x="82545" y="1746797"/>
                  </a:lnTo>
                  <a:lnTo>
                    <a:pt x="58411" y="1710063"/>
                  </a:lnTo>
                  <a:lnTo>
                    <a:pt x="38079" y="1670832"/>
                  </a:lnTo>
                  <a:lnTo>
                    <a:pt x="21811" y="1629364"/>
                  </a:lnTo>
                  <a:lnTo>
                    <a:pt x="9867" y="1585921"/>
                  </a:lnTo>
                  <a:lnTo>
                    <a:pt x="2510" y="1540765"/>
                  </a:lnTo>
                  <a:lnTo>
                    <a:pt x="0" y="1494155"/>
                  </a:lnTo>
                  <a:lnTo>
                    <a:pt x="0" y="0"/>
                  </a:lnTo>
                  <a:lnTo>
                    <a:pt x="6153277" y="0"/>
                  </a:lnTo>
                  <a:lnTo>
                    <a:pt x="6201970" y="1010"/>
                  </a:lnTo>
                  <a:lnTo>
                    <a:pt x="6250147" y="4015"/>
                  </a:lnTo>
                  <a:lnTo>
                    <a:pt x="6297770" y="8974"/>
                  </a:lnTo>
                  <a:lnTo>
                    <a:pt x="6344797" y="15847"/>
                  </a:lnTo>
                  <a:lnTo>
                    <a:pt x="6391188" y="24595"/>
                  </a:lnTo>
                  <a:lnTo>
                    <a:pt x="6436905" y="35177"/>
                  </a:lnTo>
                  <a:lnTo>
                    <a:pt x="6481906" y="47554"/>
                  </a:lnTo>
                  <a:lnTo>
                    <a:pt x="6526153" y="61685"/>
                  </a:lnTo>
                  <a:lnTo>
                    <a:pt x="6569604" y="77530"/>
                  </a:lnTo>
                  <a:lnTo>
                    <a:pt x="6612220" y="95050"/>
                  </a:lnTo>
                  <a:lnTo>
                    <a:pt x="6653961" y="114205"/>
                  </a:lnTo>
                  <a:lnTo>
                    <a:pt x="6694787" y="134954"/>
                  </a:lnTo>
                  <a:lnTo>
                    <a:pt x="6734657" y="157257"/>
                  </a:lnTo>
                  <a:lnTo>
                    <a:pt x="6773533" y="181076"/>
                  </a:lnTo>
                  <a:lnTo>
                    <a:pt x="6811374" y="206368"/>
                  </a:lnTo>
                  <a:lnTo>
                    <a:pt x="6848140" y="233096"/>
                  </a:lnTo>
                  <a:lnTo>
                    <a:pt x="6883791" y="261218"/>
                  </a:lnTo>
                  <a:lnTo>
                    <a:pt x="6918288" y="290695"/>
                  </a:lnTo>
                  <a:lnTo>
                    <a:pt x="6951589" y="321487"/>
                  </a:lnTo>
                  <a:lnTo>
                    <a:pt x="6983655" y="353554"/>
                  </a:lnTo>
                  <a:lnTo>
                    <a:pt x="7014447" y="386855"/>
                  </a:lnTo>
                  <a:lnTo>
                    <a:pt x="7043924" y="421351"/>
                  </a:lnTo>
                  <a:lnTo>
                    <a:pt x="7072047" y="457002"/>
                  </a:lnTo>
                  <a:lnTo>
                    <a:pt x="7098774" y="493768"/>
                  </a:lnTo>
                  <a:lnTo>
                    <a:pt x="7124067" y="531609"/>
                  </a:lnTo>
                  <a:lnTo>
                    <a:pt x="7147885" y="570485"/>
                  </a:lnTo>
                  <a:lnTo>
                    <a:pt x="7170189" y="610356"/>
                  </a:lnTo>
                  <a:lnTo>
                    <a:pt x="7190938" y="651182"/>
                  </a:lnTo>
                  <a:lnTo>
                    <a:pt x="7210093" y="692923"/>
                  </a:lnTo>
                  <a:lnTo>
                    <a:pt x="7227613" y="735539"/>
                  </a:lnTo>
                  <a:lnTo>
                    <a:pt x="7243458" y="778990"/>
                  </a:lnTo>
                  <a:lnTo>
                    <a:pt x="7257589" y="823236"/>
                  </a:lnTo>
                  <a:lnTo>
                    <a:pt x="7269966" y="868238"/>
                  </a:lnTo>
                  <a:lnTo>
                    <a:pt x="7280548" y="913954"/>
                  </a:lnTo>
                  <a:lnTo>
                    <a:pt x="7289295" y="960346"/>
                  </a:lnTo>
                  <a:lnTo>
                    <a:pt x="7296169" y="1007373"/>
                  </a:lnTo>
                  <a:lnTo>
                    <a:pt x="7301128" y="1054995"/>
                  </a:lnTo>
                  <a:lnTo>
                    <a:pt x="7304133" y="1103173"/>
                  </a:lnTo>
                  <a:lnTo>
                    <a:pt x="7305143" y="1151866"/>
                  </a:lnTo>
                  <a:lnTo>
                    <a:pt x="7305143" y="1921951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pPr algn="ctr"/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8001713" y="5382422"/>
              <a:ext cx="4137025" cy="1024890"/>
            </a:xfrm>
            <a:custGeom>
              <a:avLst/>
              <a:gdLst/>
              <a:ahLst/>
              <a:cxnLst/>
              <a:rect l="l" t="t" r="r" b="b"/>
              <a:pathLst>
                <a:path w="4137025" h="1024889">
                  <a:moveTo>
                    <a:pt x="3712205" y="1024400"/>
                  </a:moveTo>
                  <a:lnTo>
                    <a:pt x="0" y="1024400"/>
                  </a:lnTo>
                  <a:lnTo>
                    <a:pt x="0" y="276000"/>
                  </a:lnTo>
                  <a:lnTo>
                    <a:pt x="4447" y="226393"/>
                  </a:lnTo>
                  <a:lnTo>
                    <a:pt x="17269" y="179701"/>
                  </a:lnTo>
                  <a:lnTo>
                    <a:pt x="37686" y="136705"/>
                  </a:lnTo>
                  <a:lnTo>
                    <a:pt x="64917" y="98184"/>
                  </a:lnTo>
                  <a:lnTo>
                    <a:pt x="98184" y="64917"/>
                  </a:lnTo>
                  <a:lnTo>
                    <a:pt x="136705" y="37686"/>
                  </a:lnTo>
                  <a:lnTo>
                    <a:pt x="179701" y="17269"/>
                  </a:lnTo>
                  <a:lnTo>
                    <a:pt x="226393" y="4447"/>
                  </a:lnTo>
                  <a:lnTo>
                    <a:pt x="276000" y="0"/>
                  </a:lnTo>
                  <a:lnTo>
                    <a:pt x="3712205" y="0"/>
                  </a:lnTo>
                  <a:lnTo>
                    <a:pt x="4136916" y="507748"/>
                  </a:lnTo>
                  <a:lnTo>
                    <a:pt x="3712205" y="1024400"/>
                  </a:lnTo>
                  <a:close/>
                </a:path>
              </a:pathLst>
            </a:custGeom>
            <a:solidFill>
              <a:srgbClr val="139753"/>
            </a:solidFill>
          </p:spPr>
          <p:txBody>
            <a:bodyPr wrap="square" lIns="0" tIns="0" rIns="0" bIns="0" rtlCol="0"/>
            <a:lstStyle/>
            <a:p>
              <a:pPr algn="ctr"/>
              <a:endParaRPr lang="en-US" dirty="0"/>
            </a:p>
            <a:p>
              <a:pPr algn="ctr"/>
              <a:r>
                <a:rPr lang="en-US" sz="4000" b="1" dirty="0">
                  <a:solidFill>
                    <a:schemeClr val="bg1"/>
                  </a:solidFill>
                  <a:latin typeface="Arial" pitchFamily="34" charset="0"/>
                  <a:cs typeface="Arial" pitchFamily="34" charset="0"/>
                </a:rPr>
                <a:t>TEAM IDENTITY</a:t>
              </a:r>
            </a:p>
            <a:p>
              <a:pPr algn="ctr"/>
              <a:endParaRPr lang="en-US" dirty="0"/>
            </a:p>
            <a:p>
              <a:pPr algn="ctr"/>
              <a:endParaRPr lang="en-US" dirty="0"/>
            </a:p>
            <a:p>
              <a:pPr algn="ctr"/>
              <a:endParaRPr dirty="0"/>
            </a:p>
          </p:txBody>
        </p:sp>
        <p:sp>
          <p:nvSpPr>
            <p:cNvPr id="13" name="object 13"/>
            <p:cNvSpPr/>
            <p:nvPr/>
          </p:nvSpPr>
          <p:spPr>
            <a:xfrm>
              <a:off x="8242500" y="5874059"/>
              <a:ext cx="8937624" cy="3447415"/>
            </a:xfrm>
            <a:custGeom>
              <a:avLst/>
              <a:gdLst/>
              <a:ahLst/>
              <a:cxnLst/>
              <a:rect l="l" t="t" r="r" b="b"/>
              <a:pathLst>
                <a:path w="8937625" h="3447415">
                  <a:moveTo>
                    <a:pt x="8937142" y="1011466"/>
                  </a:moveTo>
                  <a:lnTo>
                    <a:pt x="8934869" y="966508"/>
                  </a:lnTo>
                  <a:lnTo>
                    <a:pt x="8934869" y="512559"/>
                  </a:lnTo>
                  <a:lnTo>
                    <a:pt x="8928519" y="463867"/>
                  </a:lnTo>
                  <a:lnTo>
                    <a:pt x="8917889" y="416128"/>
                  </a:lnTo>
                  <a:lnTo>
                    <a:pt x="8903208" y="369633"/>
                  </a:lnTo>
                  <a:lnTo>
                    <a:pt x="8884552" y="324612"/>
                  </a:lnTo>
                  <a:lnTo>
                    <a:pt x="8862060" y="281343"/>
                  </a:lnTo>
                  <a:lnTo>
                    <a:pt x="8835822" y="240080"/>
                  </a:lnTo>
                  <a:lnTo>
                    <a:pt x="8805951" y="201079"/>
                  </a:lnTo>
                  <a:lnTo>
                    <a:pt x="8772550" y="164604"/>
                  </a:lnTo>
                  <a:lnTo>
                    <a:pt x="8736063" y="131203"/>
                  </a:lnTo>
                  <a:lnTo>
                    <a:pt x="8697062" y="101320"/>
                  </a:lnTo>
                  <a:lnTo>
                    <a:pt x="8655799" y="75082"/>
                  </a:lnTo>
                  <a:lnTo>
                    <a:pt x="8612530" y="52590"/>
                  </a:lnTo>
                  <a:lnTo>
                    <a:pt x="8567522" y="33947"/>
                  </a:lnTo>
                  <a:lnTo>
                    <a:pt x="8521014" y="19253"/>
                  </a:lnTo>
                  <a:lnTo>
                    <a:pt x="8473288" y="8636"/>
                  </a:lnTo>
                  <a:lnTo>
                    <a:pt x="8424583" y="2171"/>
                  </a:lnTo>
                  <a:lnTo>
                    <a:pt x="8375167" y="0"/>
                  </a:lnTo>
                  <a:lnTo>
                    <a:pt x="5858878" y="0"/>
                  </a:lnTo>
                  <a:lnTo>
                    <a:pt x="5809462" y="2171"/>
                  </a:lnTo>
                  <a:lnTo>
                    <a:pt x="5760758" y="8636"/>
                  </a:lnTo>
                  <a:lnTo>
                    <a:pt x="5713031" y="19253"/>
                  </a:lnTo>
                  <a:lnTo>
                    <a:pt x="5666524" y="33947"/>
                  </a:lnTo>
                  <a:lnTo>
                    <a:pt x="5621515" y="52590"/>
                  </a:lnTo>
                  <a:lnTo>
                    <a:pt x="5578246" y="75082"/>
                  </a:lnTo>
                  <a:lnTo>
                    <a:pt x="5536984" y="101320"/>
                  </a:lnTo>
                  <a:lnTo>
                    <a:pt x="5497982" y="131203"/>
                  </a:lnTo>
                  <a:lnTo>
                    <a:pt x="5461495" y="164604"/>
                  </a:lnTo>
                  <a:lnTo>
                    <a:pt x="5428094" y="201079"/>
                  </a:lnTo>
                  <a:lnTo>
                    <a:pt x="5398224" y="240080"/>
                  </a:lnTo>
                  <a:lnTo>
                    <a:pt x="5371985" y="281343"/>
                  </a:lnTo>
                  <a:lnTo>
                    <a:pt x="5349494" y="324612"/>
                  </a:lnTo>
                  <a:lnTo>
                    <a:pt x="5330850" y="369633"/>
                  </a:lnTo>
                  <a:lnTo>
                    <a:pt x="5316156" y="416128"/>
                  </a:lnTo>
                  <a:lnTo>
                    <a:pt x="5305526" y="463867"/>
                  </a:lnTo>
                  <a:lnTo>
                    <a:pt x="5299075" y="512559"/>
                  </a:lnTo>
                  <a:lnTo>
                    <a:pt x="5297652" y="544741"/>
                  </a:lnTo>
                  <a:lnTo>
                    <a:pt x="4926279" y="544741"/>
                  </a:lnTo>
                  <a:lnTo>
                    <a:pt x="4878552" y="547141"/>
                  </a:lnTo>
                  <a:lnTo>
                    <a:pt x="4832210" y="554215"/>
                  </a:lnTo>
                  <a:lnTo>
                    <a:pt x="4787493" y="565721"/>
                  </a:lnTo>
                  <a:lnTo>
                    <a:pt x="4744605" y="581418"/>
                  </a:lnTo>
                  <a:lnTo>
                    <a:pt x="4703813" y="601065"/>
                  </a:lnTo>
                  <a:lnTo>
                    <a:pt x="4665332" y="624446"/>
                  </a:lnTo>
                  <a:lnTo>
                    <a:pt x="4629391" y="651319"/>
                  </a:lnTo>
                  <a:lnTo>
                    <a:pt x="4596257" y="681443"/>
                  </a:lnTo>
                  <a:lnTo>
                    <a:pt x="4566132" y="714578"/>
                  </a:lnTo>
                  <a:lnTo>
                    <a:pt x="4539259" y="750506"/>
                  </a:lnTo>
                  <a:lnTo>
                    <a:pt x="4515878" y="789000"/>
                  </a:lnTo>
                  <a:lnTo>
                    <a:pt x="4496232" y="829792"/>
                  </a:lnTo>
                  <a:lnTo>
                    <a:pt x="4480534" y="872667"/>
                  </a:lnTo>
                  <a:lnTo>
                    <a:pt x="4469041" y="917397"/>
                  </a:lnTo>
                  <a:lnTo>
                    <a:pt x="4461967" y="963739"/>
                  </a:lnTo>
                  <a:lnTo>
                    <a:pt x="4461395" y="974928"/>
                  </a:lnTo>
                  <a:lnTo>
                    <a:pt x="485775" y="974928"/>
                  </a:lnTo>
                  <a:lnTo>
                    <a:pt x="438988" y="977150"/>
                  </a:lnTo>
                  <a:lnTo>
                    <a:pt x="393471" y="983691"/>
                  </a:lnTo>
                  <a:lnTo>
                    <a:pt x="349402" y="994333"/>
                  </a:lnTo>
                  <a:lnTo>
                    <a:pt x="307009" y="1008875"/>
                  </a:lnTo>
                  <a:lnTo>
                    <a:pt x="266471" y="1027125"/>
                  </a:lnTo>
                  <a:lnTo>
                    <a:pt x="228015" y="1048880"/>
                  </a:lnTo>
                  <a:lnTo>
                    <a:pt x="191833" y="1073912"/>
                  </a:lnTo>
                  <a:lnTo>
                    <a:pt x="158140" y="1102042"/>
                  </a:lnTo>
                  <a:lnTo>
                    <a:pt x="127114" y="1133068"/>
                  </a:lnTo>
                  <a:lnTo>
                    <a:pt x="98983" y="1166761"/>
                  </a:lnTo>
                  <a:lnTo>
                    <a:pt x="73952" y="1202944"/>
                  </a:lnTo>
                  <a:lnTo>
                    <a:pt x="52197" y="1241399"/>
                  </a:lnTo>
                  <a:lnTo>
                    <a:pt x="33947" y="1281938"/>
                  </a:lnTo>
                  <a:lnTo>
                    <a:pt x="19405" y="1324330"/>
                  </a:lnTo>
                  <a:lnTo>
                    <a:pt x="8763" y="1368399"/>
                  </a:lnTo>
                  <a:lnTo>
                    <a:pt x="2222" y="1413916"/>
                  </a:lnTo>
                  <a:lnTo>
                    <a:pt x="0" y="1460703"/>
                  </a:lnTo>
                  <a:lnTo>
                    <a:pt x="0" y="2961513"/>
                  </a:lnTo>
                  <a:lnTo>
                    <a:pt x="2222" y="3008299"/>
                  </a:lnTo>
                  <a:lnTo>
                    <a:pt x="8763" y="3053816"/>
                  </a:lnTo>
                  <a:lnTo>
                    <a:pt x="19405" y="3097885"/>
                  </a:lnTo>
                  <a:lnTo>
                    <a:pt x="33947" y="3140278"/>
                  </a:lnTo>
                  <a:lnTo>
                    <a:pt x="52197" y="3180804"/>
                  </a:lnTo>
                  <a:lnTo>
                    <a:pt x="73952" y="3219272"/>
                  </a:lnTo>
                  <a:lnTo>
                    <a:pt x="98983" y="3255441"/>
                  </a:lnTo>
                  <a:lnTo>
                    <a:pt x="127114" y="3289147"/>
                  </a:lnTo>
                  <a:lnTo>
                    <a:pt x="158140" y="3320161"/>
                  </a:lnTo>
                  <a:lnTo>
                    <a:pt x="191833" y="3348291"/>
                  </a:lnTo>
                  <a:lnTo>
                    <a:pt x="228015" y="3373336"/>
                  </a:lnTo>
                  <a:lnTo>
                    <a:pt x="266471" y="3395078"/>
                  </a:lnTo>
                  <a:lnTo>
                    <a:pt x="307009" y="3413328"/>
                  </a:lnTo>
                  <a:lnTo>
                    <a:pt x="349402" y="3427882"/>
                  </a:lnTo>
                  <a:lnTo>
                    <a:pt x="393471" y="3438525"/>
                  </a:lnTo>
                  <a:lnTo>
                    <a:pt x="438988" y="3445065"/>
                  </a:lnTo>
                  <a:lnTo>
                    <a:pt x="485775" y="3447288"/>
                  </a:lnTo>
                  <a:lnTo>
                    <a:pt x="4926279" y="3447288"/>
                  </a:lnTo>
                  <a:lnTo>
                    <a:pt x="5758091" y="3447288"/>
                  </a:lnTo>
                  <a:lnTo>
                    <a:pt x="8470417" y="3447288"/>
                  </a:lnTo>
                  <a:lnTo>
                    <a:pt x="8518144" y="3444875"/>
                  </a:lnTo>
                  <a:lnTo>
                    <a:pt x="8564486" y="3437801"/>
                  </a:lnTo>
                  <a:lnTo>
                    <a:pt x="8609216" y="3426307"/>
                  </a:lnTo>
                  <a:lnTo>
                    <a:pt x="8652091" y="3410610"/>
                  </a:lnTo>
                  <a:lnTo>
                    <a:pt x="8692883" y="3390950"/>
                  </a:lnTo>
                  <a:lnTo>
                    <a:pt x="8731364" y="3367570"/>
                  </a:lnTo>
                  <a:lnTo>
                    <a:pt x="8767305" y="3340709"/>
                  </a:lnTo>
                  <a:lnTo>
                    <a:pt x="8800440" y="3310585"/>
                  </a:lnTo>
                  <a:lnTo>
                    <a:pt x="8830564" y="3277438"/>
                  </a:lnTo>
                  <a:lnTo>
                    <a:pt x="8857437" y="3241510"/>
                  </a:lnTo>
                  <a:lnTo>
                    <a:pt x="8880818" y="3203029"/>
                  </a:lnTo>
                  <a:lnTo>
                    <a:pt x="8900465" y="3162236"/>
                  </a:lnTo>
                  <a:lnTo>
                    <a:pt x="8916162" y="3119348"/>
                  </a:lnTo>
                  <a:lnTo>
                    <a:pt x="8927668" y="3074619"/>
                  </a:lnTo>
                  <a:lnTo>
                    <a:pt x="8934729" y="3028277"/>
                  </a:lnTo>
                  <a:lnTo>
                    <a:pt x="8937142" y="2980563"/>
                  </a:lnTo>
                  <a:lnTo>
                    <a:pt x="8937142" y="1011466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pPr algn="ctr"/>
              <a:endParaRPr/>
            </a:p>
          </p:txBody>
        </p:sp>
      </p:grpSp>
      <p:sp>
        <p:nvSpPr>
          <p:cNvPr id="21" name="object 21"/>
          <p:cNvSpPr/>
          <p:nvPr/>
        </p:nvSpPr>
        <p:spPr>
          <a:xfrm>
            <a:off x="0" y="4662514"/>
            <a:ext cx="294005" cy="3009265"/>
          </a:xfrm>
          <a:custGeom>
            <a:avLst/>
            <a:gdLst/>
            <a:ahLst/>
            <a:cxnLst/>
            <a:rect l="l" t="t" r="r" b="b"/>
            <a:pathLst>
              <a:path w="294005" h="3009265">
                <a:moveTo>
                  <a:pt x="0" y="0"/>
                </a:moveTo>
                <a:lnTo>
                  <a:pt x="45595" y="3674"/>
                </a:lnTo>
                <a:lnTo>
                  <a:pt x="91138" y="14877"/>
                </a:lnTo>
                <a:lnTo>
                  <a:pt x="133596" y="32808"/>
                </a:lnTo>
                <a:lnTo>
                  <a:pt x="172363" y="56858"/>
                </a:lnTo>
                <a:lnTo>
                  <a:pt x="206832" y="86422"/>
                </a:lnTo>
                <a:lnTo>
                  <a:pt x="236395" y="120890"/>
                </a:lnTo>
                <a:lnTo>
                  <a:pt x="260446" y="159657"/>
                </a:lnTo>
                <a:lnTo>
                  <a:pt x="278376" y="202116"/>
                </a:lnTo>
                <a:lnTo>
                  <a:pt x="289580" y="247658"/>
                </a:lnTo>
                <a:lnTo>
                  <a:pt x="293449" y="295678"/>
                </a:lnTo>
                <a:lnTo>
                  <a:pt x="293449" y="2713086"/>
                </a:lnTo>
                <a:lnTo>
                  <a:pt x="289580" y="2761106"/>
                </a:lnTo>
                <a:lnTo>
                  <a:pt x="278376" y="2806648"/>
                </a:lnTo>
                <a:lnTo>
                  <a:pt x="260446" y="2849106"/>
                </a:lnTo>
                <a:lnTo>
                  <a:pt x="236395" y="2887874"/>
                </a:lnTo>
                <a:lnTo>
                  <a:pt x="206832" y="2922342"/>
                </a:lnTo>
                <a:lnTo>
                  <a:pt x="172363" y="2951905"/>
                </a:lnTo>
                <a:lnTo>
                  <a:pt x="133596" y="2975956"/>
                </a:lnTo>
                <a:lnTo>
                  <a:pt x="91138" y="2993887"/>
                </a:lnTo>
                <a:lnTo>
                  <a:pt x="45595" y="3005090"/>
                </a:lnTo>
                <a:lnTo>
                  <a:pt x="0" y="3008764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4967983" y="0"/>
            <a:ext cx="2071370" cy="551180"/>
          </a:xfrm>
          <a:custGeom>
            <a:avLst/>
            <a:gdLst/>
            <a:ahLst/>
            <a:cxnLst/>
            <a:rect l="l" t="t" r="r" b="b"/>
            <a:pathLst>
              <a:path w="2071370" h="551180">
                <a:moveTo>
                  <a:pt x="1035419" y="550557"/>
                </a:moveTo>
                <a:lnTo>
                  <a:pt x="987517" y="549656"/>
                </a:lnTo>
                <a:lnTo>
                  <a:pt x="940071" y="546972"/>
                </a:lnTo>
                <a:lnTo>
                  <a:pt x="893113" y="542538"/>
                </a:lnTo>
                <a:lnTo>
                  <a:pt x="846676" y="536388"/>
                </a:lnTo>
                <a:lnTo>
                  <a:pt x="800792" y="528552"/>
                </a:lnTo>
                <a:lnTo>
                  <a:pt x="755494" y="519063"/>
                </a:lnTo>
                <a:lnTo>
                  <a:pt x="710813" y="507955"/>
                </a:lnTo>
                <a:lnTo>
                  <a:pt x="666783" y="495258"/>
                </a:lnTo>
                <a:lnTo>
                  <a:pt x="623435" y="481005"/>
                </a:lnTo>
                <a:lnTo>
                  <a:pt x="580802" y="465230"/>
                </a:lnTo>
                <a:lnTo>
                  <a:pt x="538916" y="447963"/>
                </a:lnTo>
                <a:lnTo>
                  <a:pt x="497809" y="429238"/>
                </a:lnTo>
                <a:lnTo>
                  <a:pt x="457514" y="409086"/>
                </a:lnTo>
                <a:lnTo>
                  <a:pt x="418064" y="387541"/>
                </a:lnTo>
                <a:lnTo>
                  <a:pt x="379490" y="364633"/>
                </a:lnTo>
                <a:lnTo>
                  <a:pt x="341825" y="340397"/>
                </a:lnTo>
                <a:lnTo>
                  <a:pt x="305101" y="314864"/>
                </a:lnTo>
                <a:lnTo>
                  <a:pt x="269350" y="288066"/>
                </a:lnTo>
                <a:lnTo>
                  <a:pt x="234606" y="260036"/>
                </a:lnTo>
                <a:lnTo>
                  <a:pt x="200900" y="230806"/>
                </a:lnTo>
                <a:lnTo>
                  <a:pt x="168264" y="200408"/>
                </a:lnTo>
                <a:lnTo>
                  <a:pt x="136731" y="168875"/>
                </a:lnTo>
                <a:lnTo>
                  <a:pt x="106333" y="136239"/>
                </a:lnTo>
                <a:lnTo>
                  <a:pt x="77103" y="102533"/>
                </a:lnTo>
                <a:lnTo>
                  <a:pt x="49073" y="67789"/>
                </a:lnTo>
                <a:lnTo>
                  <a:pt x="22275" y="32038"/>
                </a:lnTo>
                <a:lnTo>
                  <a:pt x="0" y="0"/>
                </a:lnTo>
                <a:lnTo>
                  <a:pt x="2070839" y="0"/>
                </a:lnTo>
                <a:lnTo>
                  <a:pt x="2048564" y="32038"/>
                </a:lnTo>
                <a:lnTo>
                  <a:pt x="2021766" y="67789"/>
                </a:lnTo>
                <a:lnTo>
                  <a:pt x="1993736" y="102533"/>
                </a:lnTo>
                <a:lnTo>
                  <a:pt x="1964505" y="136239"/>
                </a:lnTo>
                <a:lnTo>
                  <a:pt x="1934108" y="168875"/>
                </a:lnTo>
                <a:lnTo>
                  <a:pt x="1902575" y="200408"/>
                </a:lnTo>
                <a:lnTo>
                  <a:pt x="1869939" y="230806"/>
                </a:lnTo>
                <a:lnTo>
                  <a:pt x="1836233" y="260036"/>
                </a:lnTo>
                <a:lnTo>
                  <a:pt x="1801488" y="288066"/>
                </a:lnTo>
                <a:lnTo>
                  <a:pt x="1765738" y="314864"/>
                </a:lnTo>
                <a:lnTo>
                  <a:pt x="1729014" y="340397"/>
                </a:lnTo>
                <a:lnTo>
                  <a:pt x="1691349" y="364633"/>
                </a:lnTo>
                <a:lnTo>
                  <a:pt x="1652775" y="387541"/>
                </a:lnTo>
                <a:lnTo>
                  <a:pt x="1613325" y="409086"/>
                </a:lnTo>
                <a:lnTo>
                  <a:pt x="1573030" y="429238"/>
                </a:lnTo>
                <a:lnTo>
                  <a:pt x="1531923" y="447963"/>
                </a:lnTo>
                <a:lnTo>
                  <a:pt x="1490037" y="465230"/>
                </a:lnTo>
                <a:lnTo>
                  <a:pt x="1447404" y="481005"/>
                </a:lnTo>
                <a:lnTo>
                  <a:pt x="1404056" y="495258"/>
                </a:lnTo>
                <a:lnTo>
                  <a:pt x="1360026" y="507955"/>
                </a:lnTo>
                <a:lnTo>
                  <a:pt x="1315345" y="519063"/>
                </a:lnTo>
                <a:lnTo>
                  <a:pt x="1270047" y="528552"/>
                </a:lnTo>
                <a:lnTo>
                  <a:pt x="1224163" y="536388"/>
                </a:lnTo>
                <a:lnTo>
                  <a:pt x="1177726" y="542538"/>
                </a:lnTo>
                <a:lnTo>
                  <a:pt x="1130768" y="546972"/>
                </a:lnTo>
                <a:lnTo>
                  <a:pt x="1083322" y="549656"/>
                </a:lnTo>
                <a:lnTo>
                  <a:pt x="1035419" y="550557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4967919" y="9736349"/>
            <a:ext cx="2071370" cy="551180"/>
          </a:xfrm>
          <a:custGeom>
            <a:avLst/>
            <a:gdLst/>
            <a:ahLst/>
            <a:cxnLst/>
            <a:rect l="l" t="t" r="r" b="b"/>
            <a:pathLst>
              <a:path w="2071370" h="551179">
                <a:moveTo>
                  <a:pt x="2070967" y="550649"/>
                </a:moveTo>
                <a:lnTo>
                  <a:pt x="0" y="550649"/>
                </a:lnTo>
                <a:lnTo>
                  <a:pt x="22339" y="518519"/>
                </a:lnTo>
                <a:lnTo>
                  <a:pt x="49137" y="482768"/>
                </a:lnTo>
                <a:lnTo>
                  <a:pt x="77167" y="448024"/>
                </a:lnTo>
                <a:lnTo>
                  <a:pt x="106397" y="414318"/>
                </a:lnTo>
                <a:lnTo>
                  <a:pt x="136795" y="381682"/>
                </a:lnTo>
                <a:lnTo>
                  <a:pt x="168328" y="350149"/>
                </a:lnTo>
                <a:lnTo>
                  <a:pt x="200963" y="319751"/>
                </a:lnTo>
                <a:lnTo>
                  <a:pt x="234670" y="290521"/>
                </a:lnTo>
                <a:lnTo>
                  <a:pt x="269414" y="262491"/>
                </a:lnTo>
                <a:lnTo>
                  <a:pt x="305165" y="235693"/>
                </a:lnTo>
                <a:lnTo>
                  <a:pt x="341889" y="210160"/>
                </a:lnTo>
                <a:lnTo>
                  <a:pt x="379554" y="185924"/>
                </a:lnTo>
                <a:lnTo>
                  <a:pt x="418128" y="163016"/>
                </a:lnTo>
                <a:lnTo>
                  <a:pt x="457578" y="141471"/>
                </a:lnTo>
                <a:lnTo>
                  <a:pt x="497873" y="121319"/>
                </a:lnTo>
                <a:lnTo>
                  <a:pt x="538979" y="102594"/>
                </a:lnTo>
                <a:lnTo>
                  <a:pt x="580865" y="85327"/>
                </a:lnTo>
                <a:lnTo>
                  <a:pt x="623498" y="69552"/>
                </a:lnTo>
                <a:lnTo>
                  <a:pt x="666846" y="55299"/>
                </a:lnTo>
                <a:lnTo>
                  <a:pt x="710877" y="42602"/>
                </a:lnTo>
                <a:lnTo>
                  <a:pt x="755558" y="31494"/>
                </a:lnTo>
                <a:lnTo>
                  <a:pt x="800856" y="22005"/>
                </a:lnTo>
                <a:lnTo>
                  <a:pt x="846740" y="14169"/>
                </a:lnTo>
                <a:lnTo>
                  <a:pt x="893177" y="8019"/>
                </a:lnTo>
                <a:lnTo>
                  <a:pt x="940135" y="3585"/>
                </a:lnTo>
                <a:lnTo>
                  <a:pt x="987581" y="901"/>
                </a:lnTo>
                <a:lnTo>
                  <a:pt x="1035483" y="0"/>
                </a:lnTo>
                <a:lnTo>
                  <a:pt x="1083386" y="901"/>
                </a:lnTo>
                <a:lnTo>
                  <a:pt x="1130832" y="3585"/>
                </a:lnTo>
                <a:lnTo>
                  <a:pt x="1177790" y="8019"/>
                </a:lnTo>
                <a:lnTo>
                  <a:pt x="1224227" y="14169"/>
                </a:lnTo>
                <a:lnTo>
                  <a:pt x="1270110" y="22005"/>
                </a:lnTo>
                <a:lnTo>
                  <a:pt x="1315409" y="31494"/>
                </a:lnTo>
                <a:lnTo>
                  <a:pt x="1360089" y="42602"/>
                </a:lnTo>
                <a:lnTo>
                  <a:pt x="1404120" y="55299"/>
                </a:lnTo>
                <a:lnTo>
                  <a:pt x="1447468" y="69552"/>
                </a:lnTo>
                <a:lnTo>
                  <a:pt x="1490101" y="85327"/>
                </a:lnTo>
                <a:lnTo>
                  <a:pt x="1531987" y="102594"/>
                </a:lnTo>
                <a:lnTo>
                  <a:pt x="1573094" y="121319"/>
                </a:lnTo>
                <a:lnTo>
                  <a:pt x="1613388" y="141471"/>
                </a:lnTo>
                <a:lnTo>
                  <a:pt x="1652839" y="163016"/>
                </a:lnTo>
                <a:lnTo>
                  <a:pt x="1691413" y="185924"/>
                </a:lnTo>
                <a:lnTo>
                  <a:pt x="1729078" y="210160"/>
                </a:lnTo>
                <a:lnTo>
                  <a:pt x="1765802" y="235693"/>
                </a:lnTo>
                <a:lnTo>
                  <a:pt x="1801552" y="262491"/>
                </a:lnTo>
                <a:lnTo>
                  <a:pt x="1836297" y="290521"/>
                </a:lnTo>
                <a:lnTo>
                  <a:pt x="1870003" y="319751"/>
                </a:lnTo>
                <a:lnTo>
                  <a:pt x="1902639" y="350149"/>
                </a:lnTo>
                <a:lnTo>
                  <a:pt x="1934172" y="381682"/>
                </a:lnTo>
                <a:lnTo>
                  <a:pt x="1964569" y="414318"/>
                </a:lnTo>
                <a:lnTo>
                  <a:pt x="1993799" y="448024"/>
                </a:lnTo>
                <a:lnTo>
                  <a:pt x="2021829" y="482768"/>
                </a:lnTo>
                <a:lnTo>
                  <a:pt x="2048627" y="518519"/>
                </a:lnTo>
                <a:lnTo>
                  <a:pt x="2070967" y="55064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 txBox="1"/>
          <p:nvPr/>
        </p:nvSpPr>
        <p:spPr>
          <a:xfrm>
            <a:off x="1948783" y="4801581"/>
            <a:ext cx="7870190" cy="71968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21700"/>
              </a:lnSpc>
              <a:spcBef>
                <a:spcPts val="95"/>
              </a:spcBef>
            </a:pPr>
            <a:endParaRPr lang="en-US" sz="1850" spc="-60" dirty="0">
              <a:latin typeface="Verdana"/>
              <a:cs typeface="Verdana"/>
            </a:endParaRPr>
          </a:p>
          <a:p>
            <a:pPr marL="12700" marR="5080">
              <a:lnSpc>
                <a:spcPct val="121700"/>
              </a:lnSpc>
              <a:spcBef>
                <a:spcPts val="95"/>
              </a:spcBef>
            </a:pPr>
            <a:endParaRPr sz="1850" dirty="0">
              <a:latin typeface="Verdana"/>
              <a:cs typeface="Verdana"/>
            </a:endParaRPr>
          </a:p>
        </p:txBody>
      </p:sp>
      <p:grpSp>
        <p:nvGrpSpPr>
          <p:cNvPr id="25" name="object 3"/>
          <p:cNvGrpSpPr/>
          <p:nvPr/>
        </p:nvGrpSpPr>
        <p:grpSpPr>
          <a:xfrm>
            <a:off x="11801496" y="0"/>
            <a:ext cx="6226833" cy="4737897"/>
            <a:chOff x="12061717" y="0"/>
            <a:chExt cx="6226833" cy="4737897"/>
          </a:xfrm>
        </p:grpSpPr>
        <p:sp>
          <p:nvSpPr>
            <p:cNvPr id="27" name="object 4"/>
            <p:cNvSpPr/>
            <p:nvPr/>
          </p:nvSpPr>
          <p:spPr>
            <a:xfrm>
              <a:off x="17703715" y="2097010"/>
              <a:ext cx="584835" cy="633095"/>
            </a:xfrm>
            <a:custGeom>
              <a:avLst/>
              <a:gdLst/>
              <a:ahLst/>
              <a:cxnLst/>
              <a:rect l="l" t="t" r="r" b="b"/>
              <a:pathLst>
                <a:path w="584834" h="633094">
                  <a:moveTo>
                    <a:pt x="0" y="632551"/>
                  </a:moveTo>
                  <a:lnTo>
                    <a:pt x="584283" y="632551"/>
                  </a:lnTo>
                  <a:lnTo>
                    <a:pt x="584283" y="0"/>
                  </a:lnTo>
                  <a:lnTo>
                    <a:pt x="0" y="0"/>
                  </a:lnTo>
                  <a:lnTo>
                    <a:pt x="0" y="632551"/>
                  </a:lnTo>
                  <a:close/>
                </a:path>
              </a:pathLst>
            </a:custGeom>
            <a:solidFill>
              <a:srgbClr val="13975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5"/>
            <p:cNvSpPr/>
            <p:nvPr/>
          </p:nvSpPr>
          <p:spPr>
            <a:xfrm>
              <a:off x="17071241" y="2729562"/>
              <a:ext cx="1217295" cy="1265555"/>
            </a:xfrm>
            <a:custGeom>
              <a:avLst/>
              <a:gdLst/>
              <a:ahLst/>
              <a:cxnLst/>
              <a:rect l="l" t="t" r="r" b="b"/>
              <a:pathLst>
                <a:path w="1217294" h="1265554">
                  <a:moveTo>
                    <a:pt x="1216757" y="1265127"/>
                  </a:moveTo>
                  <a:lnTo>
                    <a:pt x="0" y="1265127"/>
                  </a:lnTo>
                  <a:lnTo>
                    <a:pt x="0" y="0"/>
                  </a:lnTo>
                  <a:lnTo>
                    <a:pt x="1216757" y="0"/>
                  </a:lnTo>
                  <a:lnTo>
                    <a:pt x="1216757" y="1265127"/>
                  </a:lnTo>
                  <a:close/>
                </a:path>
              </a:pathLst>
            </a:custGeom>
            <a:solidFill>
              <a:srgbClr val="0F6B3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1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2061717" y="0"/>
              <a:ext cx="6226281" cy="4737897"/>
            </a:xfrm>
            <a:prstGeom prst="rect">
              <a:avLst/>
            </a:prstGeom>
          </p:spPr>
        </p:pic>
        <p:pic>
          <p:nvPicPr>
            <p:cNvPr id="32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2606280" y="0"/>
              <a:ext cx="5681717" cy="4195217"/>
            </a:xfrm>
            <a:prstGeom prst="rect">
              <a:avLst/>
            </a:prstGeom>
          </p:spPr>
        </p:pic>
        <p:sp>
          <p:nvSpPr>
            <p:cNvPr id="33" name="object 8"/>
            <p:cNvSpPr/>
            <p:nvPr/>
          </p:nvSpPr>
          <p:spPr>
            <a:xfrm>
              <a:off x="12606297" y="385060"/>
              <a:ext cx="5681980" cy="3809365"/>
            </a:xfrm>
            <a:custGeom>
              <a:avLst/>
              <a:gdLst/>
              <a:ahLst/>
              <a:cxnLst/>
              <a:rect l="l" t="t" r="r" b="b"/>
              <a:pathLst>
                <a:path w="5681980" h="3809365">
                  <a:moveTo>
                    <a:pt x="2782812" y="3797457"/>
                  </a:moveTo>
                  <a:lnTo>
                    <a:pt x="2823503" y="3800918"/>
                  </a:lnTo>
                  <a:lnTo>
                    <a:pt x="2870994" y="3804220"/>
                  </a:lnTo>
                  <a:lnTo>
                    <a:pt x="2918682" y="3806799"/>
                  </a:lnTo>
                  <a:lnTo>
                    <a:pt x="2966560" y="3808647"/>
                  </a:lnTo>
                  <a:lnTo>
                    <a:pt x="2979298" y="3808942"/>
                  </a:lnTo>
                </a:path>
                <a:path w="5681980" h="3809365">
                  <a:moveTo>
                    <a:pt x="3146434" y="3808942"/>
                  </a:moveTo>
                  <a:lnTo>
                    <a:pt x="3159172" y="3808647"/>
                  </a:lnTo>
                  <a:lnTo>
                    <a:pt x="3207050" y="3806799"/>
                  </a:lnTo>
                  <a:lnTo>
                    <a:pt x="3254737" y="3804220"/>
                  </a:lnTo>
                  <a:lnTo>
                    <a:pt x="3302228" y="3800918"/>
                  </a:lnTo>
                  <a:lnTo>
                    <a:pt x="3342920" y="3797457"/>
                  </a:lnTo>
                </a:path>
                <a:path w="5681980" h="3809365">
                  <a:moveTo>
                    <a:pt x="2667387" y="3784757"/>
                  </a:moveTo>
                  <a:lnTo>
                    <a:pt x="2682261" y="3786716"/>
                  </a:lnTo>
                  <a:lnTo>
                    <a:pt x="2729131" y="3792160"/>
                  </a:lnTo>
                  <a:lnTo>
                    <a:pt x="2776214" y="3796896"/>
                  </a:lnTo>
                  <a:lnTo>
                    <a:pt x="2782812" y="3797457"/>
                  </a:lnTo>
                </a:path>
                <a:path w="5681980" h="3809365">
                  <a:moveTo>
                    <a:pt x="3342920" y="3797457"/>
                  </a:moveTo>
                  <a:lnTo>
                    <a:pt x="3349518" y="3796896"/>
                  </a:lnTo>
                  <a:lnTo>
                    <a:pt x="3396600" y="3792160"/>
                  </a:lnTo>
                  <a:lnTo>
                    <a:pt x="3443471" y="3786716"/>
                  </a:lnTo>
                  <a:lnTo>
                    <a:pt x="3458344" y="3784757"/>
                  </a:lnTo>
                </a:path>
                <a:path w="5681980" h="3809365">
                  <a:moveTo>
                    <a:pt x="2504772" y="3759357"/>
                  </a:moveTo>
                  <a:lnTo>
                    <a:pt x="2542979" y="3766191"/>
                  </a:lnTo>
                  <a:lnTo>
                    <a:pt x="2589179" y="3773726"/>
                  </a:lnTo>
                  <a:lnTo>
                    <a:pt x="2635608" y="3780570"/>
                  </a:lnTo>
                  <a:lnTo>
                    <a:pt x="2667387" y="3784757"/>
                  </a:lnTo>
                </a:path>
                <a:path w="5681980" h="3809365">
                  <a:moveTo>
                    <a:pt x="3458344" y="3784757"/>
                  </a:moveTo>
                  <a:lnTo>
                    <a:pt x="3490123" y="3780570"/>
                  </a:lnTo>
                  <a:lnTo>
                    <a:pt x="3536552" y="3773726"/>
                  </a:lnTo>
                  <a:lnTo>
                    <a:pt x="3582752" y="3766191"/>
                  </a:lnTo>
                  <a:lnTo>
                    <a:pt x="3620959" y="3759357"/>
                  </a:lnTo>
                </a:path>
                <a:path w="5681980" h="3809365">
                  <a:moveTo>
                    <a:pt x="91837" y="0"/>
                  </a:moveTo>
                  <a:lnTo>
                    <a:pt x="91799" y="159"/>
                  </a:lnTo>
                </a:path>
                <a:path w="5681980" h="3809365">
                  <a:moveTo>
                    <a:pt x="9227" y="507891"/>
                  </a:moveTo>
                  <a:lnTo>
                    <a:pt x="9208" y="508158"/>
                  </a:lnTo>
                </a:path>
                <a:path w="5681980" h="3809365">
                  <a:moveTo>
                    <a:pt x="260" y="711356"/>
                  </a:moveTo>
                  <a:lnTo>
                    <a:pt x="0" y="747250"/>
                  </a:lnTo>
                  <a:lnTo>
                    <a:pt x="16" y="749457"/>
                  </a:lnTo>
                  <a:lnTo>
                    <a:pt x="324" y="795493"/>
                  </a:lnTo>
                  <a:lnTo>
                    <a:pt x="1469" y="843556"/>
                  </a:lnTo>
                  <a:lnTo>
                    <a:pt x="3317" y="891434"/>
                  </a:lnTo>
                  <a:lnTo>
                    <a:pt x="5839" y="939125"/>
                  </a:lnTo>
                  <a:lnTo>
                    <a:pt x="9198" y="986613"/>
                  </a:lnTo>
                  <a:lnTo>
                    <a:pt x="13220" y="1033902"/>
                  </a:lnTo>
                  <a:lnTo>
                    <a:pt x="17956" y="1080985"/>
                  </a:lnTo>
                  <a:lnTo>
                    <a:pt x="23400" y="1127855"/>
                  </a:lnTo>
                  <a:lnTo>
                    <a:pt x="29546" y="1174508"/>
                  </a:lnTo>
                  <a:lnTo>
                    <a:pt x="36390" y="1220937"/>
                  </a:lnTo>
                  <a:lnTo>
                    <a:pt x="43925" y="1267137"/>
                  </a:lnTo>
                  <a:lnTo>
                    <a:pt x="52147" y="1313103"/>
                  </a:lnTo>
                  <a:lnTo>
                    <a:pt x="61000" y="1358841"/>
                  </a:lnTo>
                  <a:lnTo>
                    <a:pt x="70628" y="1404310"/>
                  </a:lnTo>
                  <a:lnTo>
                    <a:pt x="80876" y="1449541"/>
                  </a:lnTo>
                  <a:lnTo>
                    <a:pt x="91789" y="1494516"/>
                  </a:lnTo>
                  <a:lnTo>
                    <a:pt x="103361" y="1539229"/>
                  </a:lnTo>
                  <a:lnTo>
                    <a:pt x="115587" y="1583675"/>
                  </a:lnTo>
                  <a:lnTo>
                    <a:pt x="128460" y="1627849"/>
                  </a:lnTo>
                  <a:lnTo>
                    <a:pt x="141977" y="1671745"/>
                  </a:lnTo>
                  <a:lnTo>
                    <a:pt x="156131" y="1715358"/>
                  </a:lnTo>
                  <a:lnTo>
                    <a:pt x="170917" y="1758682"/>
                  </a:lnTo>
                  <a:lnTo>
                    <a:pt x="186329" y="1801712"/>
                  </a:lnTo>
                  <a:lnTo>
                    <a:pt x="202362" y="1844443"/>
                  </a:lnTo>
                  <a:lnTo>
                    <a:pt x="219011" y="1886868"/>
                  </a:lnTo>
                  <a:lnTo>
                    <a:pt x="236270" y="1928983"/>
                  </a:lnTo>
                  <a:lnTo>
                    <a:pt x="254134" y="1970782"/>
                  </a:lnTo>
                  <a:lnTo>
                    <a:pt x="272597" y="2012259"/>
                  </a:lnTo>
                  <a:lnTo>
                    <a:pt x="291653" y="2053410"/>
                  </a:lnTo>
                  <a:lnTo>
                    <a:pt x="311298" y="2094228"/>
                  </a:lnTo>
                  <a:lnTo>
                    <a:pt x="331526" y="2134709"/>
                  </a:lnTo>
                  <a:lnTo>
                    <a:pt x="352331" y="2174847"/>
                  </a:lnTo>
                  <a:lnTo>
                    <a:pt x="373708" y="2214635"/>
                  </a:lnTo>
                  <a:lnTo>
                    <a:pt x="395652" y="2254070"/>
                  </a:lnTo>
                  <a:lnTo>
                    <a:pt x="418156" y="2293146"/>
                  </a:lnTo>
                  <a:lnTo>
                    <a:pt x="441217" y="2331856"/>
                  </a:lnTo>
                  <a:lnTo>
                    <a:pt x="464827" y="2370196"/>
                  </a:lnTo>
                  <a:lnTo>
                    <a:pt x="488983" y="2408160"/>
                  </a:lnTo>
                  <a:lnTo>
                    <a:pt x="513677" y="2445743"/>
                  </a:lnTo>
                  <a:lnTo>
                    <a:pt x="538905" y="2482939"/>
                  </a:lnTo>
                  <a:lnTo>
                    <a:pt x="564662" y="2519743"/>
                  </a:lnTo>
                  <a:lnTo>
                    <a:pt x="590942" y="2556149"/>
                  </a:lnTo>
                  <a:lnTo>
                    <a:pt x="617739" y="2592152"/>
                  </a:lnTo>
                  <a:lnTo>
                    <a:pt x="645048" y="2627746"/>
                  </a:lnTo>
                  <a:lnTo>
                    <a:pt x="672864" y="2662927"/>
                  </a:lnTo>
                  <a:lnTo>
                    <a:pt x="701181" y="2697688"/>
                  </a:lnTo>
                  <a:lnTo>
                    <a:pt x="729994" y="2732024"/>
                  </a:lnTo>
                  <a:lnTo>
                    <a:pt x="759297" y="2765930"/>
                  </a:lnTo>
                  <a:lnTo>
                    <a:pt x="789084" y="2799400"/>
                  </a:lnTo>
                  <a:lnTo>
                    <a:pt x="819351" y="2832429"/>
                  </a:lnTo>
                  <a:lnTo>
                    <a:pt x="850093" y="2865011"/>
                  </a:lnTo>
                  <a:lnTo>
                    <a:pt x="881302" y="2897141"/>
                  </a:lnTo>
                  <a:lnTo>
                    <a:pt x="912974" y="2928814"/>
                  </a:lnTo>
                  <a:lnTo>
                    <a:pt x="945105" y="2960023"/>
                  </a:lnTo>
                  <a:lnTo>
                    <a:pt x="977687" y="2990764"/>
                  </a:lnTo>
                  <a:lnTo>
                    <a:pt x="1010716" y="3021031"/>
                  </a:lnTo>
                  <a:lnTo>
                    <a:pt x="1044186" y="3050819"/>
                  </a:lnTo>
                  <a:lnTo>
                    <a:pt x="1078092" y="3080122"/>
                  </a:lnTo>
                  <a:lnTo>
                    <a:pt x="1112428" y="3108935"/>
                  </a:lnTo>
                  <a:lnTo>
                    <a:pt x="1147189" y="3137252"/>
                  </a:lnTo>
                  <a:lnTo>
                    <a:pt x="1182369" y="3165068"/>
                  </a:lnTo>
                  <a:lnTo>
                    <a:pt x="1217964" y="3192377"/>
                  </a:lnTo>
                  <a:lnTo>
                    <a:pt x="1253967" y="3219174"/>
                  </a:lnTo>
                  <a:lnTo>
                    <a:pt x="1290373" y="3245454"/>
                  </a:lnTo>
                  <a:lnTo>
                    <a:pt x="1327177" y="3271210"/>
                  </a:lnTo>
                  <a:lnTo>
                    <a:pt x="1364373" y="3296439"/>
                  </a:lnTo>
                  <a:lnTo>
                    <a:pt x="1401956" y="3321133"/>
                  </a:lnTo>
                  <a:lnTo>
                    <a:pt x="1439920" y="3345289"/>
                  </a:lnTo>
                  <a:lnTo>
                    <a:pt x="1478260" y="3368899"/>
                  </a:lnTo>
                  <a:lnTo>
                    <a:pt x="1516970" y="3391959"/>
                  </a:lnTo>
                  <a:lnTo>
                    <a:pt x="1556046" y="3414464"/>
                  </a:lnTo>
                  <a:lnTo>
                    <a:pt x="1595480" y="3436408"/>
                  </a:lnTo>
                  <a:lnTo>
                    <a:pt x="1635269" y="3457785"/>
                  </a:lnTo>
                  <a:lnTo>
                    <a:pt x="1675407" y="3478590"/>
                  </a:lnTo>
                  <a:lnTo>
                    <a:pt x="1715888" y="3498818"/>
                  </a:lnTo>
                  <a:lnTo>
                    <a:pt x="1756706" y="3518463"/>
                  </a:lnTo>
                  <a:lnTo>
                    <a:pt x="1797857" y="3537519"/>
                  </a:lnTo>
                  <a:lnTo>
                    <a:pt x="1839259" y="3556106"/>
                  </a:lnTo>
                  <a:lnTo>
                    <a:pt x="1881133" y="3573846"/>
                  </a:lnTo>
                  <a:lnTo>
                    <a:pt x="1923248" y="3591105"/>
                  </a:lnTo>
                  <a:lnTo>
                    <a:pt x="1965673" y="3607753"/>
                  </a:lnTo>
                  <a:lnTo>
                    <a:pt x="2008404" y="3623787"/>
                  </a:lnTo>
                  <a:lnTo>
                    <a:pt x="2051434" y="3639199"/>
                  </a:lnTo>
                  <a:lnTo>
                    <a:pt x="2094758" y="3653985"/>
                  </a:lnTo>
                  <a:lnTo>
                    <a:pt x="2138371" y="3668139"/>
                  </a:lnTo>
                  <a:lnTo>
                    <a:pt x="2182267" y="3681656"/>
                  </a:lnTo>
                  <a:lnTo>
                    <a:pt x="2226441" y="3694529"/>
                  </a:lnTo>
                  <a:lnTo>
                    <a:pt x="2270887" y="3706755"/>
                  </a:lnTo>
                  <a:lnTo>
                    <a:pt x="2315600" y="3718327"/>
                  </a:lnTo>
                  <a:lnTo>
                    <a:pt x="2360575" y="3729240"/>
                  </a:lnTo>
                  <a:lnTo>
                    <a:pt x="2405805" y="3739488"/>
                  </a:lnTo>
                  <a:lnTo>
                    <a:pt x="2451287" y="3749066"/>
                  </a:lnTo>
                  <a:lnTo>
                    <a:pt x="2497013" y="3757969"/>
                  </a:lnTo>
                  <a:lnTo>
                    <a:pt x="2504772" y="3759357"/>
                  </a:lnTo>
                </a:path>
                <a:path w="5681980" h="3809365">
                  <a:moveTo>
                    <a:pt x="3620959" y="3759357"/>
                  </a:moveTo>
                  <a:lnTo>
                    <a:pt x="3674445" y="3749066"/>
                  </a:lnTo>
                  <a:lnTo>
                    <a:pt x="3719926" y="3739488"/>
                  </a:lnTo>
                  <a:lnTo>
                    <a:pt x="3765156" y="3729240"/>
                  </a:lnTo>
                  <a:lnTo>
                    <a:pt x="3810131" y="3718327"/>
                  </a:lnTo>
                  <a:lnTo>
                    <a:pt x="3854844" y="3706755"/>
                  </a:lnTo>
                  <a:lnTo>
                    <a:pt x="3899291" y="3694529"/>
                  </a:lnTo>
                  <a:lnTo>
                    <a:pt x="3943464" y="3681656"/>
                  </a:lnTo>
                  <a:lnTo>
                    <a:pt x="3987361" y="3668139"/>
                  </a:lnTo>
                  <a:lnTo>
                    <a:pt x="4030973" y="3653985"/>
                  </a:lnTo>
                  <a:lnTo>
                    <a:pt x="4074298" y="3639199"/>
                  </a:lnTo>
                  <a:lnTo>
                    <a:pt x="4117328" y="3623787"/>
                  </a:lnTo>
                  <a:lnTo>
                    <a:pt x="4160058" y="3607753"/>
                  </a:lnTo>
                  <a:lnTo>
                    <a:pt x="4202483" y="3591105"/>
                  </a:lnTo>
                  <a:lnTo>
                    <a:pt x="4244598" y="3573846"/>
                  </a:lnTo>
                  <a:lnTo>
                    <a:pt x="4286397" y="3555982"/>
                  </a:lnTo>
                  <a:lnTo>
                    <a:pt x="4327875" y="3537519"/>
                  </a:lnTo>
                  <a:lnTo>
                    <a:pt x="4369025" y="3518463"/>
                  </a:lnTo>
                  <a:lnTo>
                    <a:pt x="4409844" y="3498818"/>
                  </a:lnTo>
                  <a:lnTo>
                    <a:pt x="4450324" y="3478590"/>
                  </a:lnTo>
                  <a:lnTo>
                    <a:pt x="4490462" y="3457785"/>
                  </a:lnTo>
                  <a:lnTo>
                    <a:pt x="4530251" y="3436408"/>
                  </a:lnTo>
                  <a:lnTo>
                    <a:pt x="4569686" y="3414464"/>
                  </a:lnTo>
                  <a:lnTo>
                    <a:pt x="4608761" y="3391959"/>
                  </a:lnTo>
                  <a:lnTo>
                    <a:pt x="4647471" y="3368899"/>
                  </a:lnTo>
                  <a:lnTo>
                    <a:pt x="4685811" y="3345289"/>
                  </a:lnTo>
                  <a:lnTo>
                    <a:pt x="4723775" y="3321133"/>
                  </a:lnTo>
                  <a:lnTo>
                    <a:pt x="4761358" y="3296439"/>
                  </a:lnTo>
                  <a:lnTo>
                    <a:pt x="4798554" y="3271210"/>
                  </a:lnTo>
                  <a:lnTo>
                    <a:pt x="4835358" y="3245454"/>
                  </a:lnTo>
                  <a:lnTo>
                    <a:pt x="4871764" y="3219174"/>
                  </a:lnTo>
                  <a:lnTo>
                    <a:pt x="4907767" y="3192377"/>
                  </a:lnTo>
                  <a:lnTo>
                    <a:pt x="4943362" y="3165068"/>
                  </a:lnTo>
                  <a:lnTo>
                    <a:pt x="4978542" y="3137252"/>
                  </a:lnTo>
                  <a:lnTo>
                    <a:pt x="5013303" y="3108935"/>
                  </a:lnTo>
                  <a:lnTo>
                    <a:pt x="5047640" y="3080122"/>
                  </a:lnTo>
                  <a:lnTo>
                    <a:pt x="5081546" y="3050819"/>
                  </a:lnTo>
                  <a:lnTo>
                    <a:pt x="5115016" y="3021031"/>
                  </a:lnTo>
                  <a:lnTo>
                    <a:pt x="5148045" y="2990764"/>
                  </a:lnTo>
                  <a:lnTo>
                    <a:pt x="5180627" y="2960023"/>
                  </a:lnTo>
                  <a:lnTo>
                    <a:pt x="5212757" y="2928814"/>
                  </a:lnTo>
                  <a:lnTo>
                    <a:pt x="5244429" y="2897141"/>
                  </a:lnTo>
                  <a:lnTo>
                    <a:pt x="5275639" y="2865011"/>
                  </a:lnTo>
                  <a:lnTo>
                    <a:pt x="5306380" y="2832429"/>
                  </a:lnTo>
                  <a:lnTo>
                    <a:pt x="5336647" y="2799400"/>
                  </a:lnTo>
                  <a:lnTo>
                    <a:pt x="5366435" y="2765930"/>
                  </a:lnTo>
                  <a:lnTo>
                    <a:pt x="5395738" y="2732024"/>
                  </a:lnTo>
                  <a:lnTo>
                    <a:pt x="5424550" y="2697688"/>
                  </a:lnTo>
                  <a:lnTo>
                    <a:pt x="5452867" y="2662927"/>
                  </a:lnTo>
                  <a:lnTo>
                    <a:pt x="5480683" y="2627746"/>
                  </a:lnTo>
                  <a:lnTo>
                    <a:pt x="5507992" y="2592152"/>
                  </a:lnTo>
                  <a:lnTo>
                    <a:pt x="5534789" y="2556149"/>
                  </a:lnTo>
                  <a:lnTo>
                    <a:pt x="5561069" y="2519743"/>
                  </a:lnTo>
                  <a:lnTo>
                    <a:pt x="5586826" y="2482939"/>
                  </a:lnTo>
                  <a:lnTo>
                    <a:pt x="5612054" y="2445743"/>
                  </a:lnTo>
                  <a:lnTo>
                    <a:pt x="5636749" y="2408160"/>
                  </a:lnTo>
                  <a:lnTo>
                    <a:pt x="5660904" y="2370196"/>
                  </a:lnTo>
                  <a:lnTo>
                    <a:pt x="5681701" y="2336424"/>
                  </a:lnTo>
                </a:path>
              </a:pathLst>
            </a:custGeom>
            <a:ln w="476249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TextBox 13"/>
          <p:cNvSpPr txBox="1"/>
          <p:nvPr/>
        </p:nvSpPr>
        <p:spPr>
          <a:xfrm>
            <a:off x="1833979" y="5143500"/>
            <a:ext cx="4200766" cy="40318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chemeClr val="accent6">
                    <a:lumMod val="50000"/>
                  </a:schemeClr>
                </a:solidFill>
                <a:latin typeface="Arial" pitchFamily="34" charset="0"/>
                <a:cs typeface="Arial" pitchFamily="34" charset="0"/>
              </a:rPr>
              <a:t>Ahmed </a:t>
            </a:r>
            <a:r>
              <a:rPr lang="en-US" sz="3200" b="1" dirty="0" err="1">
                <a:solidFill>
                  <a:schemeClr val="accent6">
                    <a:lumMod val="50000"/>
                  </a:schemeClr>
                </a:solidFill>
                <a:latin typeface="Arial" pitchFamily="34" charset="0"/>
                <a:cs typeface="Arial" pitchFamily="34" charset="0"/>
              </a:rPr>
              <a:t>Raza</a:t>
            </a:r>
            <a:r>
              <a:rPr lang="en-US" sz="3200" b="1" dirty="0">
                <a:solidFill>
                  <a:schemeClr val="accent6">
                    <a:lumMod val="50000"/>
                  </a:schemeClr>
                </a:solidFill>
                <a:latin typeface="Arial" pitchFamily="34" charset="0"/>
                <a:cs typeface="Arial" pitchFamily="34" charset="0"/>
              </a:rPr>
              <a:t>   </a:t>
            </a:r>
          </a:p>
          <a:p>
            <a:r>
              <a:rPr lang="en-US" sz="3200" b="1" dirty="0">
                <a:solidFill>
                  <a:schemeClr val="accent6">
                    <a:lumMod val="50000"/>
                  </a:schemeClr>
                </a:solidFill>
                <a:latin typeface="Arial" pitchFamily="34" charset="0"/>
                <a:cs typeface="Arial" pitchFamily="34" charset="0"/>
              </a:rPr>
              <a:t>	BSCS-2022-008</a:t>
            </a:r>
          </a:p>
          <a:p>
            <a:r>
              <a:rPr lang="en-US" sz="3200" b="1" dirty="0">
                <a:solidFill>
                  <a:schemeClr val="accent6">
                    <a:lumMod val="50000"/>
                  </a:schemeClr>
                </a:solidFill>
                <a:latin typeface="Arial" pitchFamily="34" charset="0"/>
                <a:cs typeface="Arial" pitchFamily="34" charset="0"/>
              </a:rPr>
              <a:t>Laiba Azam</a:t>
            </a:r>
          </a:p>
          <a:p>
            <a:r>
              <a:rPr lang="en-US" sz="3200" b="1" dirty="0">
                <a:solidFill>
                  <a:schemeClr val="accent6">
                    <a:lumMod val="50000"/>
                  </a:schemeClr>
                </a:solidFill>
                <a:latin typeface="Arial" pitchFamily="34" charset="0"/>
                <a:cs typeface="Arial" pitchFamily="34" charset="0"/>
              </a:rPr>
              <a:t>	BSCS-2022027</a:t>
            </a:r>
          </a:p>
          <a:p>
            <a:r>
              <a:rPr lang="en-US" sz="3200" b="1" dirty="0">
                <a:solidFill>
                  <a:schemeClr val="accent6">
                    <a:lumMod val="50000"/>
                  </a:schemeClr>
                </a:solidFill>
                <a:latin typeface="Arial" pitchFamily="34" charset="0"/>
                <a:cs typeface="Arial" pitchFamily="34" charset="0"/>
              </a:rPr>
              <a:t>Ahmed </a:t>
            </a:r>
            <a:r>
              <a:rPr lang="en-US" sz="3200" b="1" dirty="0" err="1">
                <a:solidFill>
                  <a:schemeClr val="accent6">
                    <a:lumMod val="50000"/>
                  </a:schemeClr>
                </a:solidFill>
                <a:latin typeface="Arial" pitchFamily="34" charset="0"/>
                <a:cs typeface="Arial" pitchFamily="34" charset="0"/>
              </a:rPr>
              <a:t>Shaikh</a:t>
            </a:r>
            <a:endParaRPr lang="en-US" sz="3200" b="1" dirty="0">
              <a:solidFill>
                <a:schemeClr val="accent6">
                  <a:lumMod val="50000"/>
                </a:schemeClr>
              </a:solidFill>
              <a:latin typeface="Arial" pitchFamily="34" charset="0"/>
              <a:cs typeface="Arial" pitchFamily="34" charset="0"/>
            </a:endParaRPr>
          </a:p>
          <a:p>
            <a:r>
              <a:rPr lang="en-US" sz="3200" b="1" dirty="0">
                <a:solidFill>
                  <a:schemeClr val="accent6">
                    <a:lumMod val="50000"/>
                  </a:schemeClr>
                </a:solidFill>
                <a:latin typeface="Arial" pitchFamily="34" charset="0"/>
                <a:cs typeface="Arial" pitchFamily="34" charset="0"/>
              </a:rPr>
              <a:t>	BSCS-2022-029</a:t>
            </a:r>
          </a:p>
          <a:p>
            <a:r>
              <a:rPr lang="en-US" sz="3200" b="1" dirty="0" err="1">
                <a:solidFill>
                  <a:schemeClr val="accent6">
                    <a:lumMod val="50000"/>
                  </a:schemeClr>
                </a:solidFill>
                <a:latin typeface="Arial" pitchFamily="34" charset="0"/>
                <a:cs typeface="Arial" pitchFamily="34" charset="0"/>
              </a:rPr>
              <a:t>Ifra</a:t>
            </a:r>
            <a:r>
              <a:rPr lang="en-US" sz="3200" b="1" dirty="0">
                <a:solidFill>
                  <a:schemeClr val="accent6">
                    <a:lumMod val="50000"/>
                  </a:schemeClr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3200" b="1" dirty="0" err="1">
                <a:solidFill>
                  <a:schemeClr val="accent6">
                    <a:lumMod val="50000"/>
                  </a:schemeClr>
                </a:solidFill>
                <a:latin typeface="Arial" pitchFamily="34" charset="0"/>
                <a:cs typeface="Arial" pitchFamily="34" charset="0"/>
              </a:rPr>
              <a:t>Nadeem</a:t>
            </a:r>
            <a:endParaRPr lang="en-US" sz="3200" b="1" dirty="0">
              <a:solidFill>
                <a:schemeClr val="accent6">
                  <a:lumMod val="50000"/>
                </a:schemeClr>
              </a:solidFill>
              <a:latin typeface="Arial" pitchFamily="34" charset="0"/>
              <a:cs typeface="Arial" pitchFamily="34" charset="0"/>
            </a:endParaRPr>
          </a:p>
          <a:p>
            <a:r>
              <a:rPr lang="en-US" sz="3200" b="1" dirty="0">
                <a:solidFill>
                  <a:schemeClr val="accent6">
                    <a:lumMod val="50000"/>
                  </a:schemeClr>
                </a:solidFill>
                <a:latin typeface="Arial" pitchFamily="34" charset="0"/>
                <a:cs typeface="Arial" pitchFamily="34" charset="0"/>
              </a:rPr>
              <a:t>	BSCS-2022-070</a:t>
            </a:r>
          </a:p>
        </p:txBody>
      </p:sp>
      <p:grpSp>
        <p:nvGrpSpPr>
          <p:cNvPr id="5" name="object 9">
            <a:extLst>
              <a:ext uri="{FF2B5EF4-FFF2-40B4-BE49-F238E27FC236}">
                <a16:creationId xmlns:a16="http://schemas.microsoft.com/office/drawing/2014/main" id="{8EA0E498-B6C3-0351-5C13-1836449458A3}"/>
              </a:ext>
            </a:extLst>
          </p:cNvPr>
          <p:cNvGrpSpPr/>
          <p:nvPr/>
        </p:nvGrpSpPr>
        <p:grpSpPr>
          <a:xfrm>
            <a:off x="7386547" y="3131625"/>
            <a:ext cx="6226282" cy="6319034"/>
            <a:chOff x="8001713" y="5382422"/>
            <a:chExt cx="9178411" cy="3939052"/>
          </a:xfrm>
        </p:grpSpPr>
        <p:sp>
          <p:nvSpPr>
            <p:cNvPr id="6" name="object 10">
              <a:extLst>
                <a:ext uri="{FF2B5EF4-FFF2-40B4-BE49-F238E27FC236}">
                  <a16:creationId xmlns:a16="http://schemas.microsoft.com/office/drawing/2014/main" id="{8B553570-9529-7BE8-2577-1708B1106633}"/>
                </a:ext>
              </a:extLst>
            </p:cNvPr>
            <p:cNvSpPr/>
            <p:nvPr/>
          </p:nvSpPr>
          <p:spPr>
            <a:xfrm>
              <a:off x="8001801" y="6264371"/>
              <a:ext cx="531495" cy="531495"/>
            </a:xfrm>
            <a:custGeom>
              <a:avLst/>
              <a:gdLst/>
              <a:ahLst/>
              <a:cxnLst/>
              <a:rect l="l" t="t" r="r" b="b"/>
              <a:pathLst>
                <a:path w="531495" h="531495">
                  <a:moveTo>
                    <a:pt x="388921" y="531372"/>
                  </a:moveTo>
                  <a:lnTo>
                    <a:pt x="0" y="142363"/>
                  </a:lnTo>
                  <a:lnTo>
                    <a:pt x="531284" y="0"/>
                  </a:lnTo>
                  <a:lnTo>
                    <a:pt x="388921" y="531372"/>
                  </a:lnTo>
                  <a:close/>
                </a:path>
              </a:pathLst>
            </a:custGeom>
            <a:solidFill>
              <a:srgbClr val="139753"/>
            </a:solidFill>
          </p:spPr>
          <p:txBody>
            <a:bodyPr wrap="square" lIns="0" tIns="0" rIns="0" bIns="0" rtlCol="0"/>
            <a:lstStyle/>
            <a:p>
              <a:pPr algn="ctr"/>
              <a:endParaRPr/>
            </a:p>
          </p:txBody>
        </p:sp>
        <p:sp>
          <p:nvSpPr>
            <p:cNvPr id="7" name="object 11">
              <a:extLst>
                <a:ext uri="{FF2B5EF4-FFF2-40B4-BE49-F238E27FC236}">
                  <a16:creationId xmlns:a16="http://schemas.microsoft.com/office/drawing/2014/main" id="{D29D8D65-5032-60F9-878A-FF43EA84AE7A}"/>
                </a:ext>
              </a:extLst>
            </p:cNvPr>
            <p:cNvSpPr/>
            <p:nvPr/>
          </p:nvSpPr>
          <p:spPr>
            <a:xfrm>
              <a:off x="8237957" y="5875537"/>
              <a:ext cx="7305675" cy="1922145"/>
            </a:xfrm>
            <a:custGeom>
              <a:avLst/>
              <a:gdLst/>
              <a:ahLst/>
              <a:cxnLst/>
              <a:rect l="l" t="t" r="r" b="b"/>
              <a:pathLst>
                <a:path w="7305675" h="1922145">
                  <a:moveTo>
                    <a:pt x="7305143" y="1921951"/>
                  </a:moveTo>
                  <a:lnTo>
                    <a:pt x="427795" y="1921951"/>
                  </a:lnTo>
                  <a:lnTo>
                    <a:pt x="381186" y="1919441"/>
                  </a:lnTo>
                  <a:lnTo>
                    <a:pt x="336029" y="1912083"/>
                  </a:lnTo>
                  <a:lnTo>
                    <a:pt x="292587" y="1900140"/>
                  </a:lnTo>
                  <a:lnTo>
                    <a:pt x="251119" y="1883872"/>
                  </a:lnTo>
                  <a:lnTo>
                    <a:pt x="211888" y="1863540"/>
                  </a:lnTo>
                  <a:lnTo>
                    <a:pt x="175154" y="1839405"/>
                  </a:lnTo>
                  <a:lnTo>
                    <a:pt x="141178" y="1811729"/>
                  </a:lnTo>
                  <a:lnTo>
                    <a:pt x="110221" y="1780773"/>
                  </a:lnTo>
                  <a:lnTo>
                    <a:pt x="82545" y="1746797"/>
                  </a:lnTo>
                  <a:lnTo>
                    <a:pt x="58411" y="1710063"/>
                  </a:lnTo>
                  <a:lnTo>
                    <a:pt x="38079" y="1670832"/>
                  </a:lnTo>
                  <a:lnTo>
                    <a:pt x="21811" y="1629364"/>
                  </a:lnTo>
                  <a:lnTo>
                    <a:pt x="9867" y="1585921"/>
                  </a:lnTo>
                  <a:lnTo>
                    <a:pt x="2510" y="1540765"/>
                  </a:lnTo>
                  <a:lnTo>
                    <a:pt x="0" y="1494155"/>
                  </a:lnTo>
                  <a:lnTo>
                    <a:pt x="0" y="0"/>
                  </a:lnTo>
                  <a:lnTo>
                    <a:pt x="6153277" y="0"/>
                  </a:lnTo>
                  <a:lnTo>
                    <a:pt x="6201970" y="1010"/>
                  </a:lnTo>
                  <a:lnTo>
                    <a:pt x="6250147" y="4015"/>
                  </a:lnTo>
                  <a:lnTo>
                    <a:pt x="6297770" y="8974"/>
                  </a:lnTo>
                  <a:lnTo>
                    <a:pt x="6344797" y="15847"/>
                  </a:lnTo>
                  <a:lnTo>
                    <a:pt x="6391188" y="24595"/>
                  </a:lnTo>
                  <a:lnTo>
                    <a:pt x="6436905" y="35177"/>
                  </a:lnTo>
                  <a:lnTo>
                    <a:pt x="6481906" y="47554"/>
                  </a:lnTo>
                  <a:lnTo>
                    <a:pt x="6526153" y="61685"/>
                  </a:lnTo>
                  <a:lnTo>
                    <a:pt x="6569604" y="77530"/>
                  </a:lnTo>
                  <a:lnTo>
                    <a:pt x="6612220" y="95050"/>
                  </a:lnTo>
                  <a:lnTo>
                    <a:pt x="6653961" y="114205"/>
                  </a:lnTo>
                  <a:lnTo>
                    <a:pt x="6694787" y="134954"/>
                  </a:lnTo>
                  <a:lnTo>
                    <a:pt x="6734657" y="157257"/>
                  </a:lnTo>
                  <a:lnTo>
                    <a:pt x="6773533" y="181076"/>
                  </a:lnTo>
                  <a:lnTo>
                    <a:pt x="6811374" y="206368"/>
                  </a:lnTo>
                  <a:lnTo>
                    <a:pt x="6848140" y="233096"/>
                  </a:lnTo>
                  <a:lnTo>
                    <a:pt x="6883791" y="261218"/>
                  </a:lnTo>
                  <a:lnTo>
                    <a:pt x="6918288" y="290695"/>
                  </a:lnTo>
                  <a:lnTo>
                    <a:pt x="6951589" y="321487"/>
                  </a:lnTo>
                  <a:lnTo>
                    <a:pt x="6983655" y="353554"/>
                  </a:lnTo>
                  <a:lnTo>
                    <a:pt x="7014447" y="386855"/>
                  </a:lnTo>
                  <a:lnTo>
                    <a:pt x="7043924" y="421351"/>
                  </a:lnTo>
                  <a:lnTo>
                    <a:pt x="7072047" y="457002"/>
                  </a:lnTo>
                  <a:lnTo>
                    <a:pt x="7098774" y="493768"/>
                  </a:lnTo>
                  <a:lnTo>
                    <a:pt x="7124067" y="531609"/>
                  </a:lnTo>
                  <a:lnTo>
                    <a:pt x="7147885" y="570485"/>
                  </a:lnTo>
                  <a:lnTo>
                    <a:pt x="7170189" y="610356"/>
                  </a:lnTo>
                  <a:lnTo>
                    <a:pt x="7190938" y="651182"/>
                  </a:lnTo>
                  <a:lnTo>
                    <a:pt x="7210093" y="692923"/>
                  </a:lnTo>
                  <a:lnTo>
                    <a:pt x="7227613" y="735539"/>
                  </a:lnTo>
                  <a:lnTo>
                    <a:pt x="7243458" y="778990"/>
                  </a:lnTo>
                  <a:lnTo>
                    <a:pt x="7257589" y="823236"/>
                  </a:lnTo>
                  <a:lnTo>
                    <a:pt x="7269966" y="868238"/>
                  </a:lnTo>
                  <a:lnTo>
                    <a:pt x="7280548" y="913954"/>
                  </a:lnTo>
                  <a:lnTo>
                    <a:pt x="7289295" y="960346"/>
                  </a:lnTo>
                  <a:lnTo>
                    <a:pt x="7296169" y="1007373"/>
                  </a:lnTo>
                  <a:lnTo>
                    <a:pt x="7301128" y="1054995"/>
                  </a:lnTo>
                  <a:lnTo>
                    <a:pt x="7304133" y="1103173"/>
                  </a:lnTo>
                  <a:lnTo>
                    <a:pt x="7305143" y="1151866"/>
                  </a:lnTo>
                  <a:lnTo>
                    <a:pt x="7305143" y="1921951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pPr algn="ctr"/>
              <a:endParaRPr/>
            </a:p>
          </p:txBody>
        </p:sp>
        <p:sp>
          <p:nvSpPr>
            <p:cNvPr id="8" name="object 12">
              <a:extLst>
                <a:ext uri="{FF2B5EF4-FFF2-40B4-BE49-F238E27FC236}">
                  <a16:creationId xmlns:a16="http://schemas.microsoft.com/office/drawing/2014/main" id="{33CDFC34-E2F3-65FE-B400-DA210F0339C9}"/>
                </a:ext>
              </a:extLst>
            </p:cNvPr>
            <p:cNvSpPr/>
            <p:nvPr/>
          </p:nvSpPr>
          <p:spPr>
            <a:xfrm>
              <a:off x="8001713" y="5382422"/>
              <a:ext cx="4709599" cy="1024890"/>
            </a:xfrm>
            <a:custGeom>
              <a:avLst/>
              <a:gdLst/>
              <a:ahLst/>
              <a:cxnLst/>
              <a:rect l="l" t="t" r="r" b="b"/>
              <a:pathLst>
                <a:path w="4137025" h="1024889">
                  <a:moveTo>
                    <a:pt x="3712205" y="1024400"/>
                  </a:moveTo>
                  <a:lnTo>
                    <a:pt x="0" y="1024400"/>
                  </a:lnTo>
                  <a:lnTo>
                    <a:pt x="0" y="276000"/>
                  </a:lnTo>
                  <a:lnTo>
                    <a:pt x="4447" y="226393"/>
                  </a:lnTo>
                  <a:lnTo>
                    <a:pt x="17269" y="179701"/>
                  </a:lnTo>
                  <a:lnTo>
                    <a:pt x="37686" y="136705"/>
                  </a:lnTo>
                  <a:lnTo>
                    <a:pt x="64917" y="98184"/>
                  </a:lnTo>
                  <a:lnTo>
                    <a:pt x="98184" y="64917"/>
                  </a:lnTo>
                  <a:lnTo>
                    <a:pt x="136705" y="37686"/>
                  </a:lnTo>
                  <a:lnTo>
                    <a:pt x="179701" y="17269"/>
                  </a:lnTo>
                  <a:lnTo>
                    <a:pt x="226393" y="4447"/>
                  </a:lnTo>
                  <a:lnTo>
                    <a:pt x="276000" y="0"/>
                  </a:lnTo>
                  <a:lnTo>
                    <a:pt x="3712205" y="0"/>
                  </a:lnTo>
                  <a:lnTo>
                    <a:pt x="4136916" y="507748"/>
                  </a:lnTo>
                  <a:lnTo>
                    <a:pt x="3712205" y="1024400"/>
                  </a:lnTo>
                  <a:close/>
                </a:path>
              </a:pathLst>
            </a:custGeom>
            <a:solidFill>
              <a:srgbClr val="139753"/>
            </a:solidFill>
          </p:spPr>
          <p:txBody>
            <a:bodyPr wrap="square" lIns="0" tIns="0" rIns="0" bIns="0" rtlCol="0"/>
            <a:lstStyle/>
            <a:p>
              <a:pPr algn="ctr"/>
              <a:endParaRPr lang="en-US" sz="36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endParaRPr>
            </a:p>
            <a:p>
              <a:pPr algn="ctr"/>
              <a:r>
                <a:rPr lang="en-US" sz="3600" b="1" dirty="0">
                  <a:solidFill>
                    <a:schemeClr val="bg1"/>
                  </a:solidFill>
                  <a:latin typeface="Arial" pitchFamily="34" charset="0"/>
                  <a:cs typeface="Arial" pitchFamily="34" charset="0"/>
                </a:rPr>
                <a:t>SUPERVISOR</a:t>
              </a:r>
              <a:endParaRPr sz="36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5" name="object 13">
              <a:extLst>
                <a:ext uri="{FF2B5EF4-FFF2-40B4-BE49-F238E27FC236}">
                  <a16:creationId xmlns:a16="http://schemas.microsoft.com/office/drawing/2014/main" id="{370B9F62-98A2-BC41-AD86-C791AA4381B2}"/>
                </a:ext>
              </a:extLst>
            </p:cNvPr>
            <p:cNvSpPr/>
            <p:nvPr/>
          </p:nvSpPr>
          <p:spPr>
            <a:xfrm>
              <a:off x="8242500" y="5874059"/>
              <a:ext cx="8937624" cy="3447415"/>
            </a:xfrm>
            <a:custGeom>
              <a:avLst/>
              <a:gdLst/>
              <a:ahLst/>
              <a:cxnLst/>
              <a:rect l="l" t="t" r="r" b="b"/>
              <a:pathLst>
                <a:path w="8937625" h="3447415">
                  <a:moveTo>
                    <a:pt x="8937142" y="1011466"/>
                  </a:moveTo>
                  <a:lnTo>
                    <a:pt x="8934869" y="966508"/>
                  </a:lnTo>
                  <a:lnTo>
                    <a:pt x="8934869" y="512559"/>
                  </a:lnTo>
                  <a:lnTo>
                    <a:pt x="8928519" y="463867"/>
                  </a:lnTo>
                  <a:lnTo>
                    <a:pt x="8917889" y="416128"/>
                  </a:lnTo>
                  <a:lnTo>
                    <a:pt x="8903208" y="369633"/>
                  </a:lnTo>
                  <a:lnTo>
                    <a:pt x="8884552" y="324612"/>
                  </a:lnTo>
                  <a:lnTo>
                    <a:pt x="8862060" y="281343"/>
                  </a:lnTo>
                  <a:lnTo>
                    <a:pt x="8835822" y="240080"/>
                  </a:lnTo>
                  <a:lnTo>
                    <a:pt x="8805951" y="201079"/>
                  </a:lnTo>
                  <a:lnTo>
                    <a:pt x="8772550" y="164604"/>
                  </a:lnTo>
                  <a:lnTo>
                    <a:pt x="8736063" y="131203"/>
                  </a:lnTo>
                  <a:lnTo>
                    <a:pt x="8697062" y="101320"/>
                  </a:lnTo>
                  <a:lnTo>
                    <a:pt x="8655799" y="75082"/>
                  </a:lnTo>
                  <a:lnTo>
                    <a:pt x="8612530" y="52590"/>
                  </a:lnTo>
                  <a:lnTo>
                    <a:pt x="8567522" y="33947"/>
                  </a:lnTo>
                  <a:lnTo>
                    <a:pt x="8521014" y="19253"/>
                  </a:lnTo>
                  <a:lnTo>
                    <a:pt x="8473288" y="8636"/>
                  </a:lnTo>
                  <a:lnTo>
                    <a:pt x="8424583" y="2171"/>
                  </a:lnTo>
                  <a:lnTo>
                    <a:pt x="8375167" y="0"/>
                  </a:lnTo>
                  <a:lnTo>
                    <a:pt x="5858878" y="0"/>
                  </a:lnTo>
                  <a:lnTo>
                    <a:pt x="5809462" y="2171"/>
                  </a:lnTo>
                  <a:lnTo>
                    <a:pt x="5760758" y="8636"/>
                  </a:lnTo>
                  <a:lnTo>
                    <a:pt x="5713031" y="19253"/>
                  </a:lnTo>
                  <a:lnTo>
                    <a:pt x="5666524" y="33947"/>
                  </a:lnTo>
                  <a:lnTo>
                    <a:pt x="5621515" y="52590"/>
                  </a:lnTo>
                  <a:lnTo>
                    <a:pt x="5578246" y="75082"/>
                  </a:lnTo>
                  <a:lnTo>
                    <a:pt x="5536984" y="101320"/>
                  </a:lnTo>
                  <a:lnTo>
                    <a:pt x="5497982" y="131203"/>
                  </a:lnTo>
                  <a:lnTo>
                    <a:pt x="5461495" y="164604"/>
                  </a:lnTo>
                  <a:lnTo>
                    <a:pt x="5428094" y="201079"/>
                  </a:lnTo>
                  <a:lnTo>
                    <a:pt x="5398224" y="240080"/>
                  </a:lnTo>
                  <a:lnTo>
                    <a:pt x="5371985" y="281343"/>
                  </a:lnTo>
                  <a:lnTo>
                    <a:pt x="5349494" y="324612"/>
                  </a:lnTo>
                  <a:lnTo>
                    <a:pt x="5330850" y="369633"/>
                  </a:lnTo>
                  <a:lnTo>
                    <a:pt x="5316156" y="416128"/>
                  </a:lnTo>
                  <a:lnTo>
                    <a:pt x="5305526" y="463867"/>
                  </a:lnTo>
                  <a:lnTo>
                    <a:pt x="5299075" y="512559"/>
                  </a:lnTo>
                  <a:lnTo>
                    <a:pt x="5297652" y="544741"/>
                  </a:lnTo>
                  <a:lnTo>
                    <a:pt x="4926279" y="544741"/>
                  </a:lnTo>
                  <a:lnTo>
                    <a:pt x="4878552" y="547141"/>
                  </a:lnTo>
                  <a:lnTo>
                    <a:pt x="4832210" y="554215"/>
                  </a:lnTo>
                  <a:lnTo>
                    <a:pt x="4787493" y="565721"/>
                  </a:lnTo>
                  <a:lnTo>
                    <a:pt x="4744605" y="581418"/>
                  </a:lnTo>
                  <a:lnTo>
                    <a:pt x="4703813" y="601065"/>
                  </a:lnTo>
                  <a:lnTo>
                    <a:pt x="4665332" y="624446"/>
                  </a:lnTo>
                  <a:lnTo>
                    <a:pt x="4629391" y="651319"/>
                  </a:lnTo>
                  <a:lnTo>
                    <a:pt x="4596257" y="681443"/>
                  </a:lnTo>
                  <a:lnTo>
                    <a:pt x="4566132" y="714578"/>
                  </a:lnTo>
                  <a:lnTo>
                    <a:pt x="4539259" y="750506"/>
                  </a:lnTo>
                  <a:lnTo>
                    <a:pt x="4515878" y="789000"/>
                  </a:lnTo>
                  <a:lnTo>
                    <a:pt x="4496232" y="829792"/>
                  </a:lnTo>
                  <a:lnTo>
                    <a:pt x="4480534" y="872667"/>
                  </a:lnTo>
                  <a:lnTo>
                    <a:pt x="4469041" y="917397"/>
                  </a:lnTo>
                  <a:lnTo>
                    <a:pt x="4461967" y="963739"/>
                  </a:lnTo>
                  <a:lnTo>
                    <a:pt x="4461395" y="974928"/>
                  </a:lnTo>
                  <a:lnTo>
                    <a:pt x="485775" y="974928"/>
                  </a:lnTo>
                  <a:lnTo>
                    <a:pt x="438988" y="977150"/>
                  </a:lnTo>
                  <a:lnTo>
                    <a:pt x="393471" y="983691"/>
                  </a:lnTo>
                  <a:lnTo>
                    <a:pt x="349402" y="994333"/>
                  </a:lnTo>
                  <a:lnTo>
                    <a:pt x="307009" y="1008875"/>
                  </a:lnTo>
                  <a:lnTo>
                    <a:pt x="266471" y="1027125"/>
                  </a:lnTo>
                  <a:lnTo>
                    <a:pt x="228015" y="1048880"/>
                  </a:lnTo>
                  <a:lnTo>
                    <a:pt x="191833" y="1073912"/>
                  </a:lnTo>
                  <a:lnTo>
                    <a:pt x="158140" y="1102042"/>
                  </a:lnTo>
                  <a:lnTo>
                    <a:pt x="127114" y="1133068"/>
                  </a:lnTo>
                  <a:lnTo>
                    <a:pt x="98983" y="1166761"/>
                  </a:lnTo>
                  <a:lnTo>
                    <a:pt x="73952" y="1202944"/>
                  </a:lnTo>
                  <a:lnTo>
                    <a:pt x="52197" y="1241399"/>
                  </a:lnTo>
                  <a:lnTo>
                    <a:pt x="33947" y="1281938"/>
                  </a:lnTo>
                  <a:lnTo>
                    <a:pt x="19405" y="1324330"/>
                  </a:lnTo>
                  <a:lnTo>
                    <a:pt x="8763" y="1368399"/>
                  </a:lnTo>
                  <a:lnTo>
                    <a:pt x="2222" y="1413916"/>
                  </a:lnTo>
                  <a:lnTo>
                    <a:pt x="0" y="1460703"/>
                  </a:lnTo>
                  <a:lnTo>
                    <a:pt x="0" y="2961513"/>
                  </a:lnTo>
                  <a:lnTo>
                    <a:pt x="2222" y="3008299"/>
                  </a:lnTo>
                  <a:lnTo>
                    <a:pt x="8763" y="3053816"/>
                  </a:lnTo>
                  <a:lnTo>
                    <a:pt x="19405" y="3097885"/>
                  </a:lnTo>
                  <a:lnTo>
                    <a:pt x="33947" y="3140278"/>
                  </a:lnTo>
                  <a:lnTo>
                    <a:pt x="52197" y="3180804"/>
                  </a:lnTo>
                  <a:lnTo>
                    <a:pt x="73952" y="3219272"/>
                  </a:lnTo>
                  <a:lnTo>
                    <a:pt x="98983" y="3255441"/>
                  </a:lnTo>
                  <a:lnTo>
                    <a:pt x="127114" y="3289147"/>
                  </a:lnTo>
                  <a:lnTo>
                    <a:pt x="158140" y="3320161"/>
                  </a:lnTo>
                  <a:lnTo>
                    <a:pt x="191833" y="3348291"/>
                  </a:lnTo>
                  <a:lnTo>
                    <a:pt x="228015" y="3373336"/>
                  </a:lnTo>
                  <a:lnTo>
                    <a:pt x="266471" y="3395078"/>
                  </a:lnTo>
                  <a:lnTo>
                    <a:pt x="307009" y="3413328"/>
                  </a:lnTo>
                  <a:lnTo>
                    <a:pt x="349402" y="3427882"/>
                  </a:lnTo>
                  <a:lnTo>
                    <a:pt x="393471" y="3438525"/>
                  </a:lnTo>
                  <a:lnTo>
                    <a:pt x="438988" y="3445065"/>
                  </a:lnTo>
                  <a:lnTo>
                    <a:pt x="485775" y="3447288"/>
                  </a:lnTo>
                  <a:lnTo>
                    <a:pt x="4926279" y="3447288"/>
                  </a:lnTo>
                  <a:lnTo>
                    <a:pt x="5758091" y="3447288"/>
                  </a:lnTo>
                  <a:lnTo>
                    <a:pt x="8470417" y="3447288"/>
                  </a:lnTo>
                  <a:lnTo>
                    <a:pt x="8518144" y="3444875"/>
                  </a:lnTo>
                  <a:lnTo>
                    <a:pt x="8564486" y="3437801"/>
                  </a:lnTo>
                  <a:lnTo>
                    <a:pt x="8609216" y="3426307"/>
                  </a:lnTo>
                  <a:lnTo>
                    <a:pt x="8652091" y="3410610"/>
                  </a:lnTo>
                  <a:lnTo>
                    <a:pt x="8692883" y="3390950"/>
                  </a:lnTo>
                  <a:lnTo>
                    <a:pt x="8731364" y="3367570"/>
                  </a:lnTo>
                  <a:lnTo>
                    <a:pt x="8767305" y="3340709"/>
                  </a:lnTo>
                  <a:lnTo>
                    <a:pt x="8800440" y="3310585"/>
                  </a:lnTo>
                  <a:lnTo>
                    <a:pt x="8830564" y="3277438"/>
                  </a:lnTo>
                  <a:lnTo>
                    <a:pt x="8857437" y="3241510"/>
                  </a:lnTo>
                  <a:lnTo>
                    <a:pt x="8880818" y="3203029"/>
                  </a:lnTo>
                  <a:lnTo>
                    <a:pt x="8900465" y="3162236"/>
                  </a:lnTo>
                  <a:lnTo>
                    <a:pt x="8916162" y="3119348"/>
                  </a:lnTo>
                  <a:lnTo>
                    <a:pt x="8927668" y="3074619"/>
                  </a:lnTo>
                  <a:lnTo>
                    <a:pt x="8934729" y="3028277"/>
                  </a:lnTo>
                  <a:lnTo>
                    <a:pt x="8937142" y="2980563"/>
                  </a:lnTo>
                  <a:lnTo>
                    <a:pt x="8937142" y="1011466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pPr algn="ctr"/>
              <a:endParaRPr lang="en-US" dirty="0">
                <a:latin typeface="Arial Black" pitchFamily="34" charset="0"/>
              </a:endParaRPr>
            </a:p>
            <a:p>
              <a:pPr algn="ctr"/>
              <a:endParaRPr lang="en-US" dirty="0">
                <a:latin typeface="Arial Black" pitchFamily="34" charset="0"/>
              </a:endParaRPr>
            </a:p>
            <a:p>
              <a:pPr algn="ctr"/>
              <a:endParaRPr lang="en-US" dirty="0">
                <a:latin typeface="Arial Black" pitchFamily="34" charset="0"/>
              </a:endParaRPr>
            </a:p>
            <a:p>
              <a:pPr algn="ctr"/>
              <a:endParaRPr lang="en-US" dirty="0">
                <a:latin typeface="Arial Black" pitchFamily="34" charset="0"/>
              </a:endParaRPr>
            </a:p>
            <a:p>
              <a:pPr algn="ctr"/>
              <a:endParaRPr lang="en-US" dirty="0">
                <a:latin typeface="Arial Black" pitchFamily="34" charset="0"/>
              </a:endParaRPr>
            </a:p>
            <a:p>
              <a:pPr algn="ctr"/>
              <a:endParaRPr lang="en-US" dirty="0">
                <a:latin typeface="Arial Black" pitchFamily="34" charset="0"/>
              </a:endParaRPr>
            </a:p>
            <a:p>
              <a:pPr algn="ctr"/>
              <a:endParaRPr lang="en-US" dirty="0">
                <a:latin typeface="Arial Black" pitchFamily="34" charset="0"/>
              </a:endParaRPr>
            </a:p>
            <a:p>
              <a:pPr algn="ctr"/>
              <a:endParaRPr lang="en-US" dirty="0">
                <a:latin typeface="Arial Black" pitchFamily="34" charset="0"/>
              </a:endParaRPr>
            </a:p>
            <a:p>
              <a:pPr algn="ctr"/>
              <a:r>
                <a:rPr lang="en-US" sz="5400" b="1" dirty="0">
                  <a:solidFill>
                    <a:schemeClr val="accent6">
                      <a:lumMod val="50000"/>
                    </a:schemeClr>
                  </a:solidFill>
                  <a:latin typeface="Arial" pitchFamily="34" charset="0"/>
                  <a:cs typeface="Arial" pitchFamily="34" charset="0"/>
                </a:rPr>
                <a:t>DR . Dodo Khan </a:t>
              </a:r>
              <a:endParaRPr sz="5400" b="1" dirty="0">
                <a:solidFill>
                  <a:schemeClr val="accent6">
                    <a:lumMod val="50000"/>
                  </a:schemeClr>
                </a:solidFill>
                <a:latin typeface="Arial" pitchFamily="34" charset="0"/>
                <a:cs typeface="Arial" pitchFamily="34" charset="0"/>
              </a:endParaRP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-3810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7998" y="10286999"/>
                </a:moveTo>
                <a:lnTo>
                  <a:pt x="0" y="10286999"/>
                </a:lnTo>
                <a:lnTo>
                  <a:pt x="0" y="0"/>
                </a:lnTo>
                <a:lnTo>
                  <a:pt x="18287998" y="0"/>
                </a:lnTo>
                <a:lnTo>
                  <a:pt x="18287998" y="10286999"/>
                </a:lnTo>
                <a:close/>
              </a:path>
            </a:pathLst>
          </a:custGeom>
          <a:solidFill>
            <a:srgbClr val="0F6B3C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" name="object 3"/>
          <p:cNvSpPr/>
          <p:nvPr/>
        </p:nvSpPr>
        <p:spPr>
          <a:xfrm>
            <a:off x="1278625" y="1019175"/>
            <a:ext cx="185420" cy="327660"/>
          </a:xfrm>
          <a:custGeom>
            <a:avLst/>
            <a:gdLst/>
            <a:ahLst/>
            <a:cxnLst/>
            <a:rect l="l" t="t" r="r" b="b"/>
            <a:pathLst>
              <a:path w="185419" h="327659">
                <a:moveTo>
                  <a:pt x="94639" y="327461"/>
                </a:moveTo>
                <a:lnTo>
                  <a:pt x="88503" y="327461"/>
                </a:lnTo>
                <a:lnTo>
                  <a:pt x="85552" y="326399"/>
                </a:lnTo>
                <a:lnTo>
                  <a:pt x="46264" y="282219"/>
                </a:lnTo>
                <a:lnTo>
                  <a:pt x="20178" y="241362"/>
                </a:lnTo>
                <a:lnTo>
                  <a:pt x="4801" y="201191"/>
                </a:lnTo>
                <a:lnTo>
                  <a:pt x="0" y="161429"/>
                </a:lnTo>
                <a:lnTo>
                  <a:pt x="5420" y="122751"/>
                </a:lnTo>
                <a:lnTo>
                  <a:pt x="20886" y="83709"/>
                </a:lnTo>
                <a:lnTo>
                  <a:pt x="46530" y="44024"/>
                </a:lnTo>
                <a:lnTo>
                  <a:pt x="82484" y="3422"/>
                </a:lnTo>
                <a:lnTo>
                  <a:pt x="87676" y="0"/>
                </a:lnTo>
                <a:lnTo>
                  <a:pt x="94049" y="0"/>
                </a:lnTo>
                <a:lnTo>
                  <a:pt x="136827" y="45309"/>
                </a:lnTo>
                <a:lnTo>
                  <a:pt x="163450" y="85051"/>
                </a:lnTo>
                <a:lnTo>
                  <a:pt x="179474" y="123332"/>
                </a:lnTo>
                <a:lnTo>
                  <a:pt x="185266" y="160839"/>
                </a:lnTo>
                <a:lnTo>
                  <a:pt x="180796" y="199963"/>
                </a:lnTo>
                <a:lnTo>
                  <a:pt x="165353" y="239739"/>
                </a:lnTo>
                <a:lnTo>
                  <a:pt x="138536" y="280866"/>
                </a:lnTo>
                <a:lnTo>
                  <a:pt x="99949" y="324039"/>
                </a:lnTo>
                <a:lnTo>
                  <a:pt x="94639" y="327461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1057592" y="1270532"/>
            <a:ext cx="628015" cy="843915"/>
          </a:xfrm>
          <a:custGeom>
            <a:avLst/>
            <a:gdLst/>
            <a:ahLst/>
            <a:cxnLst/>
            <a:rect l="l" t="t" r="r" b="b"/>
            <a:pathLst>
              <a:path w="628014" h="843914">
                <a:moveTo>
                  <a:pt x="303390" y="831926"/>
                </a:moveTo>
                <a:lnTo>
                  <a:pt x="300482" y="775792"/>
                </a:lnTo>
                <a:lnTo>
                  <a:pt x="291757" y="725170"/>
                </a:lnTo>
                <a:lnTo>
                  <a:pt x="277241" y="680046"/>
                </a:lnTo>
                <a:lnTo>
                  <a:pt x="256946" y="640461"/>
                </a:lnTo>
                <a:lnTo>
                  <a:pt x="230898" y="606437"/>
                </a:lnTo>
                <a:lnTo>
                  <a:pt x="199097" y="577977"/>
                </a:lnTo>
                <a:lnTo>
                  <a:pt x="161556" y="555091"/>
                </a:lnTo>
                <a:lnTo>
                  <a:pt x="118313" y="537819"/>
                </a:lnTo>
                <a:lnTo>
                  <a:pt x="69380" y="526173"/>
                </a:lnTo>
                <a:lnTo>
                  <a:pt x="14757" y="520153"/>
                </a:lnTo>
                <a:lnTo>
                  <a:pt x="8026" y="520153"/>
                </a:lnTo>
                <a:lnTo>
                  <a:pt x="152" y="561225"/>
                </a:lnTo>
                <a:lnTo>
                  <a:pt x="0" y="571131"/>
                </a:lnTo>
                <a:lnTo>
                  <a:pt x="4330" y="623062"/>
                </a:lnTo>
                <a:lnTo>
                  <a:pt x="17297" y="670229"/>
                </a:lnTo>
                <a:lnTo>
                  <a:pt x="38836" y="712482"/>
                </a:lnTo>
                <a:lnTo>
                  <a:pt x="68922" y="749681"/>
                </a:lnTo>
                <a:lnTo>
                  <a:pt x="101511" y="777316"/>
                </a:lnTo>
                <a:lnTo>
                  <a:pt x="140030" y="800569"/>
                </a:lnTo>
                <a:lnTo>
                  <a:pt x="184365" y="819391"/>
                </a:lnTo>
                <a:lnTo>
                  <a:pt x="234416" y="833755"/>
                </a:lnTo>
                <a:lnTo>
                  <a:pt x="290055" y="843610"/>
                </a:lnTo>
                <a:lnTo>
                  <a:pt x="290525" y="843724"/>
                </a:lnTo>
                <a:lnTo>
                  <a:pt x="294424" y="843724"/>
                </a:lnTo>
                <a:lnTo>
                  <a:pt x="297256" y="842657"/>
                </a:lnTo>
                <a:lnTo>
                  <a:pt x="299377" y="840778"/>
                </a:lnTo>
                <a:lnTo>
                  <a:pt x="301980" y="838530"/>
                </a:lnTo>
                <a:lnTo>
                  <a:pt x="303390" y="835342"/>
                </a:lnTo>
                <a:lnTo>
                  <a:pt x="303390" y="831926"/>
                </a:lnTo>
                <a:close/>
              </a:path>
              <a:path w="628014" h="843914">
                <a:moveTo>
                  <a:pt x="304812" y="534911"/>
                </a:moveTo>
                <a:lnTo>
                  <a:pt x="302082" y="482257"/>
                </a:lnTo>
                <a:lnTo>
                  <a:pt x="293903" y="434759"/>
                </a:lnTo>
                <a:lnTo>
                  <a:pt x="280289" y="392442"/>
                </a:lnTo>
                <a:lnTo>
                  <a:pt x="261251" y="355307"/>
                </a:lnTo>
                <a:lnTo>
                  <a:pt x="236804" y="323392"/>
                </a:lnTo>
                <a:lnTo>
                  <a:pt x="206984" y="296684"/>
                </a:lnTo>
                <a:lnTo>
                  <a:pt x="171780" y="275234"/>
                </a:lnTo>
                <a:lnTo>
                  <a:pt x="131229" y="259041"/>
                </a:lnTo>
                <a:lnTo>
                  <a:pt x="85331" y="248119"/>
                </a:lnTo>
                <a:lnTo>
                  <a:pt x="34112" y="242493"/>
                </a:lnTo>
                <a:lnTo>
                  <a:pt x="27381" y="242493"/>
                </a:lnTo>
                <a:lnTo>
                  <a:pt x="19621" y="281711"/>
                </a:lnTo>
                <a:lnTo>
                  <a:pt x="19481" y="290995"/>
                </a:lnTo>
                <a:lnTo>
                  <a:pt x="23545" y="339712"/>
                </a:lnTo>
                <a:lnTo>
                  <a:pt x="35699" y="383971"/>
                </a:lnTo>
                <a:lnTo>
                  <a:pt x="55918" y="423595"/>
                </a:lnTo>
                <a:lnTo>
                  <a:pt x="84137" y="458444"/>
                </a:lnTo>
                <a:lnTo>
                  <a:pt x="114693" y="484365"/>
                </a:lnTo>
                <a:lnTo>
                  <a:pt x="150799" y="506171"/>
                </a:lnTo>
                <a:lnTo>
                  <a:pt x="192354" y="523836"/>
                </a:lnTo>
                <a:lnTo>
                  <a:pt x="239280" y="537324"/>
                </a:lnTo>
                <a:lnTo>
                  <a:pt x="291477" y="546595"/>
                </a:lnTo>
                <a:lnTo>
                  <a:pt x="291947" y="546709"/>
                </a:lnTo>
                <a:lnTo>
                  <a:pt x="295846" y="546709"/>
                </a:lnTo>
                <a:lnTo>
                  <a:pt x="298678" y="545642"/>
                </a:lnTo>
                <a:lnTo>
                  <a:pt x="300799" y="543763"/>
                </a:lnTo>
                <a:lnTo>
                  <a:pt x="303390" y="541515"/>
                </a:lnTo>
                <a:lnTo>
                  <a:pt x="304812" y="538327"/>
                </a:lnTo>
                <a:lnTo>
                  <a:pt x="304812" y="534911"/>
                </a:lnTo>
                <a:close/>
              </a:path>
              <a:path w="628014" h="843914">
                <a:moveTo>
                  <a:pt x="307517" y="256540"/>
                </a:moveTo>
                <a:lnTo>
                  <a:pt x="304571" y="205511"/>
                </a:lnTo>
                <a:lnTo>
                  <a:pt x="295706" y="160083"/>
                </a:lnTo>
                <a:lnTo>
                  <a:pt x="280974" y="120256"/>
                </a:lnTo>
                <a:lnTo>
                  <a:pt x="260375" y="86055"/>
                </a:lnTo>
                <a:lnTo>
                  <a:pt x="233934" y="57492"/>
                </a:lnTo>
                <a:lnTo>
                  <a:pt x="201663" y="34607"/>
                </a:lnTo>
                <a:lnTo>
                  <a:pt x="163601" y="17399"/>
                </a:lnTo>
                <a:lnTo>
                  <a:pt x="119735" y="5892"/>
                </a:lnTo>
                <a:lnTo>
                  <a:pt x="70104" y="114"/>
                </a:lnTo>
                <a:lnTo>
                  <a:pt x="63373" y="114"/>
                </a:lnTo>
                <a:lnTo>
                  <a:pt x="55816" y="43891"/>
                </a:lnTo>
                <a:lnTo>
                  <a:pt x="59397" y="86664"/>
                </a:lnTo>
                <a:lnTo>
                  <a:pt x="70078" y="125514"/>
                </a:lnTo>
                <a:lnTo>
                  <a:pt x="87833" y="160299"/>
                </a:lnTo>
                <a:lnTo>
                  <a:pt x="112585" y="190931"/>
                </a:lnTo>
                <a:lnTo>
                  <a:pt x="146850" y="218821"/>
                </a:lnTo>
                <a:lnTo>
                  <a:pt x="188645" y="241033"/>
                </a:lnTo>
                <a:lnTo>
                  <a:pt x="237820" y="257517"/>
                </a:lnTo>
                <a:lnTo>
                  <a:pt x="294182" y="268224"/>
                </a:lnTo>
                <a:lnTo>
                  <a:pt x="294665" y="268338"/>
                </a:lnTo>
                <a:lnTo>
                  <a:pt x="298551" y="268338"/>
                </a:lnTo>
                <a:lnTo>
                  <a:pt x="301383" y="267271"/>
                </a:lnTo>
                <a:lnTo>
                  <a:pt x="303517" y="265391"/>
                </a:lnTo>
                <a:lnTo>
                  <a:pt x="306108" y="263144"/>
                </a:lnTo>
                <a:lnTo>
                  <a:pt x="307517" y="259956"/>
                </a:lnTo>
                <a:lnTo>
                  <a:pt x="307517" y="256540"/>
                </a:lnTo>
                <a:close/>
              </a:path>
              <a:path w="628014" h="843914">
                <a:moveTo>
                  <a:pt x="571728" y="43776"/>
                </a:moveTo>
                <a:lnTo>
                  <a:pt x="569137" y="4483"/>
                </a:lnTo>
                <a:lnTo>
                  <a:pt x="564070" y="0"/>
                </a:lnTo>
                <a:lnTo>
                  <a:pt x="557453" y="0"/>
                </a:lnTo>
                <a:lnTo>
                  <a:pt x="507822" y="5778"/>
                </a:lnTo>
                <a:lnTo>
                  <a:pt x="463956" y="17272"/>
                </a:lnTo>
                <a:lnTo>
                  <a:pt x="425881" y="34480"/>
                </a:lnTo>
                <a:lnTo>
                  <a:pt x="393623" y="57378"/>
                </a:lnTo>
                <a:lnTo>
                  <a:pt x="367182" y="85928"/>
                </a:lnTo>
                <a:lnTo>
                  <a:pt x="346583" y="120129"/>
                </a:lnTo>
                <a:lnTo>
                  <a:pt x="331838" y="159956"/>
                </a:lnTo>
                <a:lnTo>
                  <a:pt x="322986" y="205397"/>
                </a:lnTo>
                <a:lnTo>
                  <a:pt x="320027" y="256425"/>
                </a:lnTo>
                <a:lnTo>
                  <a:pt x="320027" y="259842"/>
                </a:lnTo>
                <a:lnTo>
                  <a:pt x="321564" y="263029"/>
                </a:lnTo>
                <a:lnTo>
                  <a:pt x="324040" y="265264"/>
                </a:lnTo>
                <a:lnTo>
                  <a:pt x="326174" y="267157"/>
                </a:lnTo>
                <a:lnTo>
                  <a:pt x="329006" y="268224"/>
                </a:lnTo>
                <a:lnTo>
                  <a:pt x="332892" y="268224"/>
                </a:lnTo>
                <a:lnTo>
                  <a:pt x="333362" y="268097"/>
                </a:lnTo>
                <a:lnTo>
                  <a:pt x="389737" y="257403"/>
                </a:lnTo>
                <a:lnTo>
                  <a:pt x="438912" y="240919"/>
                </a:lnTo>
                <a:lnTo>
                  <a:pt x="480707" y="218706"/>
                </a:lnTo>
                <a:lnTo>
                  <a:pt x="514972" y="190804"/>
                </a:lnTo>
                <a:lnTo>
                  <a:pt x="539724" y="160185"/>
                </a:lnTo>
                <a:lnTo>
                  <a:pt x="557466" y="125387"/>
                </a:lnTo>
                <a:lnTo>
                  <a:pt x="568159" y="86550"/>
                </a:lnTo>
                <a:lnTo>
                  <a:pt x="571728" y="43776"/>
                </a:lnTo>
                <a:close/>
              </a:path>
              <a:path w="628014" h="843914">
                <a:moveTo>
                  <a:pt x="608076" y="290880"/>
                </a:moveTo>
                <a:lnTo>
                  <a:pt x="605129" y="246862"/>
                </a:lnTo>
                <a:lnTo>
                  <a:pt x="600049" y="242379"/>
                </a:lnTo>
                <a:lnTo>
                  <a:pt x="593445" y="242379"/>
                </a:lnTo>
                <a:lnTo>
                  <a:pt x="542226" y="248005"/>
                </a:lnTo>
                <a:lnTo>
                  <a:pt x="496328" y="258914"/>
                </a:lnTo>
                <a:lnTo>
                  <a:pt x="455777" y="275120"/>
                </a:lnTo>
                <a:lnTo>
                  <a:pt x="420573" y="296570"/>
                </a:lnTo>
                <a:lnTo>
                  <a:pt x="390740" y="323253"/>
                </a:lnTo>
                <a:lnTo>
                  <a:pt x="366306" y="355168"/>
                </a:lnTo>
                <a:lnTo>
                  <a:pt x="347268" y="392277"/>
                </a:lnTo>
                <a:lnTo>
                  <a:pt x="333654" y="434581"/>
                </a:lnTo>
                <a:lnTo>
                  <a:pt x="325475" y="482053"/>
                </a:lnTo>
                <a:lnTo>
                  <a:pt x="322745" y="534670"/>
                </a:lnTo>
                <a:lnTo>
                  <a:pt x="322745" y="538213"/>
                </a:lnTo>
                <a:lnTo>
                  <a:pt x="324167" y="541401"/>
                </a:lnTo>
                <a:lnTo>
                  <a:pt x="326758" y="543636"/>
                </a:lnTo>
                <a:lnTo>
                  <a:pt x="328879" y="545528"/>
                </a:lnTo>
                <a:lnTo>
                  <a:pt x="331711" y="546595"/>
                </a:lnTo>
                <a:lnTo>
                  <a:pt x="335610" y="546595"/>
                </a:lnTo>
                <a:lnTo>
                  <a:pt x="336080" y="546468"/>
                </a:lnTo>
                <a:lnTo>
                  <a:pt x="388277" y="537260"/>
                </a:lnTo>
                <a:lnTo>
                  <a:pt x="435190" y="523811"/>
                </a:lnTo>
                <a:lnTo>
                  <a:pt x="476758" y="506145"/>
                </a:lnTo>
                <a:lnTo>
                  <a:pt x="512851" y="484301"/>
                </a:lnTo>
                <a:lnTo>
                  <a:pt x="543407" y="458330"/>
                </a:lnTo>
                <a:lnTo>
                  <a:pt x="571588" y="423481"/>
                </a:lnTo>
                <a:lnTo>
                  <a:pt x="591807" y="383844"/>
                </a:lnTo>
                <a:lnTo>
                  <a:pt x="603999" y="339598"/>
                </a:lnTo>
                <a:lnTo>
                  <a:pt x="608076" y="290880"/>
                </a:lnTo>
                <a:close/>
              </a:path>
              <a:path w="628014" h="843914">
                <a:moveTo>
                  <a:pt x="627545" y="571131"/>
                </a:moveTo>
                <a:lnTo>
                  <a:pt x="625195" y="530656"/>
                </a:lnTo>
                <a:lnTo>
                  <a:pt x="619404" y="520153"/>
                </a:lnTo>
                <a:lnTo>
                  <a:pt x="612800" y="520153"/>
                </a:lnTo>
                <a:lnTo>
                  <a:pt x="558177" y="526173"/>
                </a:lnTo>
                <a:lnTo>
                  <a:pt x="509231" y="537819"/>
                </a:lnTo>
                <a:lnTo>
                  <a:pt x="465988" y="555091"/>
                </a:lnTo>
                <a:lnTo>
                  <a:pt x="428459" y="577977"/>
                </a:lnTo>
                <a:lnTo>
                  <a:pt x="396659" y="606437"/>
                </a:lnTo>
                <a:lnTo>
                  <a:pt x="370598" y="640461"/>
                </a:lnTo>
                <a:lnTo>
                  <a:pt x="350316" y="680046"/>
                </a:lnTo>
                <a:lnTo>
                  <a:pt x="335800" y="725170"/>
                </a:lnTo>
                <a:lnTo>
                  <a:pt x="327075" y="775792"/>
                </a:lnTo>
                <a:lnTo>
                  <a:pt x="324167" y="831926"/>
                </a:lnTo>
                <a:lnTo>
                  <a:pt x="324167" y="835342"/>
                </a:lnTo>
                <a:lnTo>
                  <a:pt x="325577" y="838530"/>
                </a:lnTo>
                <a:lnTo>
                  <a:pt x="328168" y="840778"/>
                </a:lnTo>
                <a:lnTo>
                  <a:pt x="330301" y="842657"/>
                </a:lnTo>
                <a:lnTo>
                  <a:pt x="333133" y="843724"/>
                </a:lnTo>
                <a:lnTo>
                  <a:pt x="337019" y="843724"/>
                </a:lnTo>
                <a:lnTo>
                  <a:pt x="337502" y="843610"/>
                </a:lnTo>
                <a:lnTo>
                  <a:pt x="393192" y="833755"/>
                </a:lnTo>
                <a:lnTo>
                  <a:pt x="443242" y="819391"/>
                </a:lnTo>
                <a:lnTo>
                  <a:pt x="487553" y="800569"/>
                </a:lnTo>
                <a:lnTo>
                  <a:pt x="526059" y="777316"/>
                </a:lnTo>
                <a:lnTo>
                  <a:pt x="558634" y="749681"/>
                </a:lnTo>
                <a:lnTo>
                  <a:pt x="588670" y="712558"/>
                </a:lnTo>
                <a:lnTo>
                  <a:pt x="610222" y="670318"/>
                </a:lnTo>
                <a:lnTo>
                  <a:pt x="623201" y="623125"/>
                </a:lnTo>
                <a:lnTo>
                  <a:pt x="627545" y="571131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9" name="object 59"/>
          <p:cNvSpPr/>
          <p:nvPr/>
        </p:nvSpPr>
        <p:spPr>
          <a:xfrm>
            <a:off x="5516383" y="0"/>
            <a:ext cx="1309370" cy="1403350"/>
          </a:xfrm>
          <a:custGeom>
            <a:avLst/>
            <a:gdLst/>
            <a:ahLst/>
            <a:cxnLst/>
            <a:rect l="l" t="t" r="r" b="b"/>
            <a:pathLst>
              <a:path w="1309370" h="1403350">
                <a:moveTo>
                  <a:pt x="1309108" y="0"/>
                </a:moveTo>
                <a:lnTo>
                  <a:pt x="1309108" y="748389"/>
                </a:lnTo>
                <a:lnTo>
                  <a:pt x="1306938" y="802069"/>
                </a:lnTo>
                <a:lnTo>
                  <a:pt x="1300539" y="854554"/>
                </a:lnTo>
                <a:lnTo>
                  <a:pt x="1290080" y="905675"/>
                </a:lnTo>
                <a:lnTo>
                  <a:pt x="1275730" y="955264"/>
                </a:lnTo>
                <a:lnTo>
                  <a:pt x="1257658" y="1003153"/>
                </a:lnTo>
                <a:lnTo>
                  <a:pt x="1236032" y="1049173"/>
                </a:lnTo>
                <a:lnTo>
                  <a:pt x="1211021" y="1093156"/>
                </a:lnTo>
                <a:lnTo>
                  <a:pt x="1182794" y="1134934"/>
                </a:lnTo>
                <a:lnTo>
                  <a:pt x="1151520" y="1174339"/>
                </a:lnTo>
                <a:lnTo>
                  <a:pt x="1117367" y="1211202"/>
                </a:lnTo>
                <a:lnTo>
                  <a:pt x="1083320" y="1242906"/>
                </a:lnTo>
                <a:lnTo>
                  <a:pt x="1047086" y="1272157"/>
                </a:lnTo>
                <a:lnTo>
                  <a:pt x="1008798" y="1298819"/>
                </a:lnTo>
                <a:lnTo>
                  <a:pt x="968590" y="1322759"/>
                </a:lnTo>
                <a:lnTo>
                  <a:pt x="926594" y="1343842"/>
                </a:lnTo>
                <a:lnTo>
                  <a:pt x="882943" y="1361934"/>
                </a:lnTo>
                <a:lnTo>
                  <a:pt x="837771" y="1376900"/>
                </a:lnTo>
                <a:lnTo>
                  <a:pt x="791209" y="1388607"/>
                </a:lnTo>
                <a:lnTo>
                  <a:pt x="743392" y="1396919"/>
                </a:lnTo>
                <a:lnTo>
                  <a:pt x="694451" y="1401703"/>
                </a:lnTo>
                <a:lnTo>
                  <a:pt x="647545" y="1402927"/>
                </a:lnTo>
                <a:lnTo>
                  <a:pt x="601455" y="1400784"/>
                </a:lnTo>
                <a:lnTo>
                  <a:pt x="556216" y="1395460"/>
                </a:lnTo>
                <a:lnTo>
                  <a:pt x="511937" y="1387066"/>
                </a:lnTo>
                <a:lnTo>
                  <a:pt x="468732" y="1375710"/>
                </a:lnTo>
                <a:lnTo>
                  <a:pt x="426711" y="1361502"/>
                </a:lnTo>
                <a:lnTo>
                  <a:pt x="385986" y="1344551"/>
                </a:lnTo>
                <a:lnTo>
                  <a:pt x="346669" y="1324967"/>
                </a:lnTo>
                <a:lnTo>
                  <a:pt x="308871" y="1302858"/>
                </a:lnTo>
                <a:lnTo>
                  <a:pt x="272703" y="1278336"/>
                </a:lnTo>
                <a:lnTo>
                  <a:pt x="238277" y="1251507"/>
                </a:lnTo>
                <a:lnTo>
                  <a:pt x="205705" y="1222483"/>
                </a:lnTo>
                <a:lnTo>
                  <a:pt x="175098" y="1191373"/>
                </a:lnTo>
                <a:lnTo>
                  <a:pt x="146567" y="1158285"/>
                </a:lnTo>
                <a:lnTo>
                  <a:pt x="120225" y="1123330"/>
                </a:lnTo>
                <a:lnTo>
                  <a:pt x="96181" y="1086616"/>
                </a:lnTo>
                <a:lnTo>
                  <a:pt x="74549" y="1048254"/>
                </a:lnTo>
                <a:lnTo>
                  <a:pt x="55440" y="1008352"/>
                </a:lnTo>
                <a:lnTo>
                  <a:pt x="38964" y="967019"/>
                </a:lnTo>
                <a:lnTo>
                  <a:pt x="25234" y="924366"/>
                </a:lnTo>
                <a:lnTo>
                  <a:pt x="14361" y="880502"/>
                </a:lnTo>
                <a:lnTo>
                  <a:pt x="6457" y="835535"/>
                </a:lnTo>
                <a:lnTo>
                  <a:pt x="1632" y="789576"/>
                </a:lnTo>
                <a:lnTo>
                  <a:pt x="0" y="742733"/>
                </a:lnTo>
                <a:lnTo>
                  <a:pt x="0" y="0"/>
                </a:lnTo>
                <a:lnTo>
                  <a:pt x="1309108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0" name="object 60"/>
          <p:cNvSpPr/>
          <p:nvPr/>
        </p:nvSpPr>
        <p:spPr>
          <a:xfrm>
            <a:off x="0" y="8066401"/>
            <a:ext cx="338455" cy="727710"/>
          </a:xfrm>
          <a:custGeom>
            <a:avLst/>
            <a:gdLst/>
            <a:ahLst/>
            <a:cxnLst/>
            <a:rect l="l" t="t" r="r" b="b"/>
            <a:pathLst>
              <a:path w="338455" h="727709">
                <a:moveTo>
                  <a:pt x="338315" y="363736"/>
                </a:moveTo>
                <a:lnTo>
                  <a:pt x="333871" y="386742"/>
                </a:lnTo>
                <a:lnTo>
                  <a:pt x="320540" y="406891"/>
                </a:lnTo>
                <a:lnTo>
                  <a:pt x="0" y="727446"/>
                </a:lnTo>
                <a:lnTo>
                  <a:pt x="0" y="0"/>
                </a:lnTo>
                <a:lnTo>
                  <a:pt x="320540" y="320496"/>
                </a:lnTo>
                <a:lnTo>
                  <a:pt x="333871" y="340709"/>
                </a:lnTo>
                <a:lnTo>
                  <a:pt x="338315" y="363736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1" name="object 61"/>
          <p:cNvSpPr/>
          <p:nvPr/>
        </p:nvSpPr>
        <p:spPr>
          <a:xfrm>
            <a:off x="0" y="6691350"/>
            <a:ext cx="400050" cy="1472565"/>
          </a:xfrm>
          <a:custGeom>
            <a:avLst/>
            <a:gdLst/>
            <a:ahLst/>
            <a:cxnLst/>
            <a:rect l="l" t="t" r="r" b="b"/>
            <a:pathLst>
              <a:path w="400050" h="1472565">
                <a:moveTo>
                  <a:pt x="103657" y="720737"/>
                </a:moveTo>
                <a:lnTo>
                  <a:pt x="67614" y="684682"/>
                </a:lnTo>
                <a:lnTo>
                  <a:pt x="67614" y="1404607"/>
                </a:lnTo>
                <a:lnTo>
                  <a:pt x="103657" y="1368552"/>
                </a:lnTo>
                <a:lnTo>
                  <a:pt x="103657" y="720737"/>
                </a:lnTo>
                <a:close/>
              </a:path>
              <a:path w="400050" h="1472565">
                <a:moveTo>
                  <a:pt x="176098" y="793203"/>
                </a:moveTo>
                <a:lnTo>
                  <a:pt x="140055" y="757275"/>
                </a:lnTo>
                <a:lnTo>
                  <a:pt x="140055" y="1332191"/>
                </a:lnTo>
                <a:lnTo>
                  <a:pt x="176098" y="1296136"/>
                </a:lnTo>
                <a:lnTo>
                  <a:pt x="176098" y="793203"/>
                </a:lnTo>
                <a:close/>
              </a:path>
              <a:path w="400050" h="1472565">
                <a:moveTo>
                  <a:pt x="248627" y="865733"/>
                </a:moveTo>
                <a:lnTo>
                  <a:pt x="212585" y="829691"/>
                </a:lnTo>
                <a:lnTo>
                  <a:pt x="212585" y="1259751"/>
                </a:lnTo>
                <a:lnTo>
                  <a:pt x="248627" y="1223695"/>
                </a:lnTo>
                <a:lnTo>
                  <a:pt x="248627" y="865733"/>
                </a:lnTo>
                <a:close/>
              </a:path>
              <a:path w="400050" h="1472565">
                <a:moveTo>
                  <a:pt x="321081" y="938149"/>
                </a:moveTo>
                <a:lnTo>
                  <a:pt x="285026" y="902106"/>
                </a:lnTo>
                <a:lnTo>
                  <a:pt x="285026" y="1187183"/>
                </a:lnTo>
                <a:lnTo>
                  <a:pt x="321081" y="1151140"/>
                </a:lnTo>
                <a:lnTo>
                  <a:pt x="321081" y="938149"/>
                </a:lnTo>
                <a:close/>
              </a:path>
              <a:path w="400050" h="1472565">
                <a:moveTo>
                  <a:pt x="338277" y="363702"/>
                </a:moveTo>
                <a:lnTo>
                  <a:pt x="333832" y="340677"/>
                </a:lnTo>
                <a:lnTo>
                  <a:pt x="320509" y="320459"/>
                </a:lnTo>
                <a:lnTo>
                  <a:pt x="0" y="0"/>
                </a:lnTo>
                <a:lnTo>
                  <a:pt x="0" y="617105"/>
                </a:lnTo>
                <a:lnTo>
                  <a:pt x="0" y="727367"/>
                </a:lnTo>
                <a:lnTo>
                  <a:pt x="0" y="1472323"/>
                </a:lnTo>
                <a:lnTo>
                  <a:pt x="31102" y="1441119"/>
                </a:lnTo>
                <a:lnTo>
                  <a:pt x="31102" y="696264"/>
                </a:lnTo>
                <a:lnTo>
                  <a:pt x="320509" y="406857"/>
                </a:lnTo>
                <a:lnTo>
                  <a:pt x="333832" y="386702"/>
                </a:lnTo>
                <a:lnTo>
                  <a:pt x="338277" y="363702"/>
                </a:lnTo>
                <a:close/>
              </a:path>
              <a:path w="400050" h="1472565">
                <a:moveTo>
                  <a:pt x="399948" y="1044676"/>
                </a:moveTo>
                <a:lnTo>
                  <a:pt x="395097" y="1019594"/>
                </a:lnTo>
                <a:lnTo>
                  <a:pt x="380542" y="997610"/>
                </a:lnTo>
                <a:lnTo>
                  <a:pt x="357466" y="974661"/>
                </a:lnTo>
                <a:lnTo>
                  <a:pt x="357466" y="1114767"/>
                </a:lnTo>
                <a:lnTo>
                  <a:pt x="380542" y="1091819"/>
                </a:lnTo>
                <a:lnTo>
                  <a:pt x="395097" y="1069771"/>
                </a:lnTo>
                <a:lnTo>
                  <a:pt x="399948" y="1044676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62" name="object 62"/>
          <p:cNvGrpSpPr/>
          <p:nvPr/>
        </p:nvGrpSpPr>
        <p:grpSpPr>
          <a:xfrm>
            <a:off x="14327144" y="0"/>
            <a:ext cx="3961129" cy="947419"/>
            <a:chOff x="14327144" y="0"/>
            <a:chExt cx="3961129" cy="947419"/>
          </a:xfrm>
        </p:grpSpPr>
        <p:sp>
          <p:nvSpPr>
            <p:cNvPr id="63" name="object 63"/>
            <p:cNvSpPr/>
            <p:nvPr/>
          </p:nvSpPr>
          <p:spPr>
            <a:xfrm>
              <a:off x="14327144" y="0"/>
              <a:ext cx="3961129" cy="491490"/>
            </a:xfrm>
            <a:custGeom>
              <a:avLst/>
              <a:gdLst/>
              <a:ahLst/>
              <a:cxnLst/>
              <a:rect l="l" t="t" r="r" b="b"/>
              <a:pathLst>
                <a:path w="3961130" h="491490">
                  <a:moveTo>
                    <a:pt x="0" y="0"/>
                  </a:moveTo>
                  <a:lnTo>
                    <a:pt x="3728841" y="0"/>
                  </a:lnTo>
                  <a:lnTo>
                    <a:pt x="3960856" y="331347"/>
                  </a:lnTo>
                  <a:lnTo>
                    <a:pt x="3960856" y="491242"/>
                  </a:lnTo>
                  <a:lnTo>
                    <a:pt x="343973" y="49124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3975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4" name="object 64"/>
            <p:cNvSpPr/>
            <p:nvPr/>
          </p:nvSpPr>
          <p:spPr>
            <a:xfrm>
              <a:off x="17624802" y="0"/>
              <a:ext cx="663575" cy="947419"/>
            </a:xfrm>
            <a:custGeom>
              <a:avLst/>
              <a:gdLst/>
              <a:ahLst/>
              <a:cxnLst/>
              <a:rect l="l" t="t" r="r" b="b"/>
              <a:pathLst>
                <a:path w="663575" h="947419">
                  <a:moveTo>
                    <a:pt x="0" y="0"/>
                  </a:moveTo>
                  <a:lnTo>
                    <a:pt x="663198" y="0"/>
                  </a:lnTo>
                  <a:lnTo>
                    <a:pt x="663198" y="94714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6" name="TextBox 85"/>
          <p:cNvSpPr txBox="1"/>
          <p:nvPr/>
        </p:nvSpPr>
        <p:spPr>
          <a:xfrm>
            <a:off x="338455" y="3234793"/>
            <a:ext cx="8272145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600" b="1" dirty="0">
                <a:solidFill>
                  <a:schemeClr val="bg1"/>
                </a:solidFill>
                <a:latin typeface="Bahnschrift Condensed" panose="020B0502040204020203" pitchFamily="34" charset="0"/>
              </a:rPr>
              <a:t>PRESENTATION</a:t>
            </a:r>
          </a:p>
          <a:p>
            <a:pPr algn="ctr"/>
            <a:r>
              <a:rPr lang="en-US" sz="6600" b="1" dirty="0">
                <a:solidFill>
                  <a:schemeClr val="bg1"/>
                </a:solidFill>
                <a:latin typeface="Bahnschrift Condensed" panose="020B0502040204020203" pitchFamily="34" charset="0"/>
              </a:rPr>
              <a:t>CONTENT</a:t>
            </a:r>
          </a:p>
        </p:txBody>
      </p:sp>
      <p:grpSp>
        <p:nvGrpSpPr>
          <p:cNvPr id="18" name="object 10"/>
          <p:cNvGrpSpPr/>
          <p:nvPr/>
        </p:nvGrpSpPr>
        <p:grpSpPr>
          <a:xfrm>
            <a:off x="8305800" y="947419"/>
            <a:ext cx="6525733" cy="8214715"/>
            <a:chOff x="6167373" y="0"/>
            <a:chExt cx="5157470" cy="6858000"/>
          </a:xfrm>
        </p:grpSpPr>
        <p:sp>
          <p:nvSpPr>
            <p:cNvPr id="19" name="object 11"/>
            <p:cNvSpPr/>
            <p:nvPr/>
          </p:nvSpPr>
          <p:spPr>
            <a:xfrm>
              <a:off x="8715755" y="0"/>
              <a:ext cx="62865" cy="6858000"/>
            </a:xfrm>
            <a:custGeom>
              <a:avLst/>
              <a:gdLst/>
              <a:ahLst/>
              <a:cxnLst/>
              <a:rect l="l" t="t" r="r" b="b"/>
              <a:pathLst>
                <a:path w="62865" h="6858000">
                  <a:moveTo>
                    <a:pt x="62357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62357" y="6858000"/>
                  </a:lnTo>
                  <a:lnTo>
                    <a:pt x="62357" y="0"/>
                  </a:lnTo>
                  <a:close/>
                </a:path>
              </a:pathLst>
            </a:custGeom>
            <a:solidFill>
              <a:srgbClr val="E7E6E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0" name="object 12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167373" y="710565"/>
              <a:ext cx="5157216" cy="5426862"/>
            </a:xfrm>
            <a:prstGeom prst="rect">
              <a:avLst/>
            </a:prstGeom>
          </p:spPr>
        </p:pic>
      </p:grpSp>
      <p:sp>
        <p:nvSpPr>
          <p:cNvPr id="5" name="TextBox 4"/>
          <p:cNvSpPr txBox="1"/>
          <p:nvPr/>
        </p:nvSpPr>
        <p:spPr>
          <a:xfrm>
            <a:off x="8763000" y="2476500"/>
            <a:ext cx="205446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2400" dirty="0">
                <a:solidFill>
                  <a:schemeClr val="tx1"/>
                </a:solidFill>
                <a:latin typeface="Arial Black" panose="020B0A04020102020204" pitchFamily="34" charset="0"/>
              </a:rPr>
              <a:t>ABSTRACT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3466" y="4505887"/>
            <a:ext cx="221352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tx1"/>
                </a:solidFill>
                <a:latin typeface="Arial Black" panose="020B0A04020102020204" pitchFamily="34" charset="0"/>
              </a:rPr>
              <a:t>OBJECTIVE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4990" y="6497174"/>
            <a:ext cx="251203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latin typeface="Arial Black" panose="020B0A04020102020204" pitchFamily="34" charset="0"/>
              </a:rPr>
              <a:t>METHODOLOGY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470083" y="3390900"/>
            <a:ext cx="214721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tx1"/>
                </a:solidFill>
                <a:latin typeface="Arial Black" panose="020B0A04020102020204" pitchFamily="34" charset="0"/>
              </a:rPr>
              <a:t>PROBLEM STATEMENT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51168" y="5393062"/>
            <a:ext cx="205478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latin typeface="Arial Black" panose="020B0A04020102020204" pitchFamily="34" charset="0"/>
              </a:rPr>
              <a:t>LITERATURE REVIEW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35928" y="7427632"/>
            <a:ext cx="20045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400" b="1" dirty="0">
                <a:latin typeface="Arial Black" panose="020B0A04020102020204" pitchFamily="34" charset="0"/>
              </a:rPr>
              <a:t>TIMELINE</a:t>
            </a:r>
          </a:p>
        </p:txBody>
      </p:sp>
    </p:spTree>
    <p:extLst>
      <p:ext uri="{BB962C8B-B14F-4D97-AF65-F5344CB8AC3E}">
        <p14:creationId xmlns:p14="http://schemas.microsoft.com/office/powerpoint/2010/main" val="40230001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7998" y="10286999"/>
                </a:moveTo>
                <a:lnTo>
                  <a:pt x="0" y="10286999"/>
                </a:lnTo>
                <a:lnTo>
                  <a:pt x="0" y="0"/>
                </a:lnTo>
                <a:lnTo>
                  <a:pt x="18287998" y="0"/>
                </a:lnTo>
                <a:lnTo>
                  <a:pt x="18287998" y="10286999"/>
                </a:lnTo>
                <a:close/>
              </a:path>
            </a:pathLst>
          </a:custGeom>
          <a:solidFill>
            <a:srgbClr val="0F6B3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1278625" y="1019175"/>
            <a:ext cx="185420" cy="327660"/>
          </a:xfrm>
          <a:custGeom>
            <a:avLst/>
            <a:gdLst/>
            <a:ahLst/>
            <a:cxnLst/>
            <a:rect l="l" t="t" r="r" b="b"/>
            <a:pathLst>
              <a:path w="185419" h="327659">
                <a:moveTo>
                  <a:pt x="94639" y="327461"/>
                </a:moveTo>
                <a:lnTo>
                  <a:pt x="88503" y="327461"/>
                </a:lnTo>
                <a:lnTo>
                  <a:pt x="85552" y="326399"/>
                </a:lnTo>
                <a:lnTo>
                  <a:pt x="46264" y="282219"/>
                </a:lnTo>
                <a:lnTo>
                  <a:pt x="20178" y="241362"/>
                </a:lnTo>
                <a:lnTo>
                  <a:pt x="4801" y="201191"/>
                </a:lnTo>
                <a:lnTo>
                  <a:pt x="0" y="161429"/>
                </a:lnTo>
                <a:lnTo>
                  <a:pt x="5420" y="122751"/>
                </a:lnTo>
                <a:lnTo>
                  <a:pt x="20886" y="83709"/>
                </a:lnTo>
                <a:lnTo>
                  <a:pt x="46530" y="44024"/>
                </a:lnTo>
                <a:lnTo>
                  <a:pt x="82484" y="3422"/>
                </a:lnTo>
                <a:lnTo>
                  <a:pt x="87676" y="0"/>
                </a:lnTo>
                <a:lnTo>
                  <a:pt x="94049" y="0"/>
                </a:lnTo>
                <a:lnTo>
                  <a:pt x="136827" y="45309"/>
                </a:lnTo>
                <a:lnTo>
                  <a:pt x="163450" y="85051"/>
                </a:lnTo>
                <a:lnTo>
                  <a:pt x="179474" y="123332"/>
                </a:lnTo>
                <a:lnTo>
                  <a:pt x="185266" y="160839"/>
                </a:lnTo>
                <a:lnTo>
                  <a:pt x="180796" y="199963"/>
                </a:lnTo>
                <a:lnTo>
                  <a:pt x="165353" y="239739"/>
                </a:lnTo>
                <a:lnTo>
                  <a:pt x="138536" y="280866"/>
                </a:lnTo>
                <a:lnTo>
                  <a:pt x="99949" y="324039"/>
                </a:lnTo>
                <a:lnTo>
                  <a:pt x="94639" y="327461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1057592" y="1270532"/>
            <a:ext cx="628015" cy="843915"/>
          </a:xfrm>
          <a:custGeom>
            <a:avLst/>
            <a:gdLst/>
            <a:ahLst/>
            <a:cxnLst/>
            <a:rect l="l" t="t" r="r" b="b"/>
            <a:pathLst>
              <a:path w="628014" h="843914">
                <a:moveTo>
                  <a:pt x="303390" y="831926"/>
                </a:moveTo>
                <a:lnTo>
                  <a:pt x="300482" y="775792"/>
                </a:lnTo>
                <a:lnTo>
                  <a:pt x="291757" y="725170"/>
                </a:lnTo>
                <a:lnTo>
                  <a:pt x="277241" y="680046"/>
                </a:lnTo>
                <a:lnTo>
                  <a:pt x="256946" y="640461"/>
                </a:lnTo>
                <a:lnTo>
                  <a:pt x="230898" y="606437"/>
                </a:lnTo>
                <a:lnTo>
                  <a:pt x="199097" y="577977"/>
                </a:lnTo>
                <a:lnTo>
                  <a:pt x="161556" y="555091"/>
                </a:lnTo>
                <a:lnTo>
                  <a:pt x="118313" y="537819"/>
                </a:lnTo>
                <a:lnTo>
                  <a:pt x="69380" y="526173"/>
                </a:lnTo>
                <a:lnTo>
                  <a:pt x="14757" y="520153"/>
                </a:lnTo>
                <a:lnTo>
                  <a:pt x="8026" y="520153"/>
                </a:lnTo>
                <a:lnTo>
                  <a:pt x="152" y="561225"/>
                </a:lnTo>
                <a:lnTo>
                  <a:pt x="0" y="571131"/>
                </a:lnTo>
                <a:lnTo>
                  <a:pt x="4330" y="623062"/>
                </a:lnTo>
                <a:lnTo>
                  <a:pt x="17297" y="670229"/>
                </a:lnTo>
                <a:lnTo>
                  <a:pt x="38836" y="712482"/>
                </a:lnTo>
                <a:lnTo>
                  <a:pt x="68922" y="749681"/>
                </a:lnTo>
                <a:lnTo>
                  <a:pt x="101511" y="777316"/>
                </a:lnTo>
                <a:lnTo>
                  <a:pt x="140030" y="800569"/>
                </a:lnTo>
                <a:lnTo>
                  <a:pt x="184365" y="819391"/>
                </a:lnTo>
                <a:lnTo>
                  <a:pt x="234416" y="833755"/>
                </a:lnTo>
                <a:lnTo>
                  <a:pt x="290055" y="843610"/>
                </a:lnTo>
                <a:lnTo>
                  <a:pt x="290525" y="843724"/>
                </a:lnTo>
                <a:lnTo>
                  <a:pt x="294424" y="843724"/>
                </a:lnTo>
                <a:lnTo>
                  <a:pt x="297256" y="842657"/>
                </a:lnTo>
                <a:lnTo>
                  <a:pt x="299377" y="840778"/>
                </a:lnTo>
                <a:lnTo>
                  <a:pt x="301980" y="838530"/>
                </a:lnTo>
                <a:lnTo>
                  <a:pt x="303390" y="835342"/>
                </a:lnTo>
                <a:lnTo>
                  <a:pt x="303390" y="831926"/>
                </a:lnTo>
                <a:close/>
              </a:path>
              <a:path w="628014" h="843914">
                <a:moveTo>
                  <a:pt x="304812" y="534911"/>
                </a:moveTo>
                <a:lnTo>
                  <a:pt x="302082" y="482257"/>
                </a:lnTo>
                <a:lnTo>
                  <a:pt x="293903" y="434759"/>
                </a:lnTo>
                <a:lnTo>
                  <a:pt x="280289" y="392442"/>
                </a:lnTo>
                <a:lnTo>
                  <a:pt x="261251" y="355307"/>
                </a:lnTo>
                <a:lnTo>
                  <a:pt x="236804" y="323392"/>
                </a:lnTo>
                <a:lnTo>
                  <a:pt x="206984" y="296684"/>
                </a:lnTo>
                <a:lnTo>
                  <a:pt x="171780" y="275234"/>
                </a:lnTo>
                <a:lnTo>
                  <a:pt x="131229" y="259041"/>
                </a:lnTo>
                <a:lnTo>
                  <a:pt x="85331" y="248119"/>
                </a:lnTo>
                <a:lnTo>
                  <a:pt x="34112" y="242493"/>
                </a:lnTo>
                <a:lnTo>
                  <a:pt x="27381" y="242493"/>
                </a:lnTo>
                <a:lnTo>
                  <a:pt x="19621" y="281711"/>
                </a:lnTo>
                <a:lnTo>
                  <a:pt x="19481" y="290995"/>
                </a:lnTo>
                <a:lnTo>
                  <a:pt x="23545" y="339712"/>
                </a:lnTo>
                <a:lnTo>
                  <a:pt x="35699" y="383971"/>
                </a:lnTo>
                <a:lnTo>
                  <a:pt x="55918" y="423595"/>
                </a:lnTo>
                <a:lnTo>
                  <a:pt x="84137" y="458444"/>
                </a:lnTo>
                <a:lnTo>
                  <a:pt x="114693" y="484365"/>
                </a:lnTo>
                <a:lnTo>
                  <a:pt x="150799" y="506171"/>
                </a:lnTo>
                <a:lnTo>
                  <a:pt x="192354" y="523836"/>
                </a:lnTo>
                <a:lnTo>
                  <a:pt x="239280" y="537324"/>
                </a:lnTo>
                <a:lnTo>
                  <a:pt x="291477" y="546595"/>
                </a:lnTo>
                <a:lnTo>
                  <a:pt x="291947" y="546709"/>
                </a:lnTo>
                <a:lnTo>
                  <a:pt x="295846" y="546709"/>
                </a:lnTo>
                <a:lnTo>
                  <a:pt x="298678" y="545642"/>
                </a:lnTo>
                <a:lnTo>
                  <a:pt x="300799" y="543763"/>
                </a:lnTo>
                <a:lnTo>
                  <a:pt x="303390" y="541515"/>
                </a:lnTo>
                <a:lnTo>
                  <a:pt x="304812" y="538327"/>
                </a:lnTo>
                <a:lnTo>
                  <a:pt x="304812" y="534911"/>
                </a:lnTo>
                <a:close/>
              </a:path>
              <a:path w="628014" h="843914">
                <a:moveTo>
                  <a:pt x="307517" y="256540"/>
                </a:moveTo>
                <a:lnTo>
                  <a:pt x="304571" y="205511"/>
                </a:lnTo>
                <a:lnTo>
                  <a:pt x="295706" y="160083"/>
                </a:lnTo>
                <a:lnTo>
                  <a:pt x="280974" y="120256"/>
                </a:lnTo>
                <a:lnTo>
                  <a:pt x="260375" y="86055"/>
                </a:lnTo>
                <a:lnTo>
                  <a:pt x="233934" y="57492"/>
                </a:lnTo>
                <a:lnTo>
                  <a:pt x="201663" y="34607"/>
                </a:lnTo>
                <a:lnTo>
                  <a:pt x="163601" y="17399"/>
                </a:lnTo>
                <a:lnTo>
                  <a:pt x="119735" y="5892"/>
                </a:lnTo>
                <a:lnTo>
                  <a:pt x="70104" y="114"/>
                </a:lnTo>
                <a:lnTo>
                  <a:pt x="63373" y="114"/>
                </a:lnTo>
                <a:lnTo>
                  <a:pt x="55816" y="43891"/>
                </a:lnTo>
                <a:lnTo>
                  <a:pt x="59397" y="86664"/>
                </a:lnTo>
                <a:lnTo>
                  <a:pt x="70078" y="125514"/>
                </a:lnTo>
                <a:lnTo>
                  <a:pt x="87833" y="160299"/>
                </a:lnTo>
                <a:lnTo>
                  <a:pt x="112585" y="190931"/>
                </a:lnTo>
                <a:lnTo>
                  <a:pt x="146850" y="218821"/>
                </a:lnTo>
                <a:lnTo>
                  <a:pt x="188645" y="241033"/>
                </a:lnTo>
                <a:lnTo>
                  <a:pt x="237820" y="257517"/>
                </a:lnTo>
                <a:lnTo>
                  <a:pt x="294182" y="268224"/>
                </a:lnTo>
                <a:lnTo>
                  <a:pt x="294665" y="268338"/>
                </a:lnTo>
                <a:lnTo>
                  <a:pt x="298551" y="268338"/>
                </a:lnTo>
                <a:lnTo>
                  <a:pt x="301383" y="267271"/>
                </a:lnTo>
                <a:lnTo>
                  <a:pt x="303517" y="265391"/>
                </a:lnTo>
                <a:lnTo>
                  <a:pt x="306108" y="263144"/>
                </a:lnTo>
                <a:lnTo>
                  <a:pt x="307517" y="259956"/>
                </a:lnTo>
                <a:lnTo>
                  <a:pt x="307517" y="256540"/>
                </a:lnTo>
                <a:close/>
              </a:path>
              <a:path w="628014" h="843914">
                <a:moveTo>
                  <a:pt x="571728" y="43776"/>
                </a:moveTo>
                <a:lnTo>
                  <a:pt x="569137" y="4483"/>
                </a:lnTo>
                <a:lnTo>
                  <a:pt x="564070" y="0"/>
                </a:lnTo>
                <a:lnTo>
                  <a:pt x="557453" y="0"/>
                </a:lnTo>
                <a:lnTo>
                  <a:pt x="507822" y="5778"/>
                </a:lnTo>
                <a:lnTo>
                  <a:pt x="463956" y="17272"/>
                </a:lnTo>
                <a:lnTo>
                  <a:pt x="425881" y="34480"/>
                </a:lnTo>
                <a:lnTo>
                  <a:pt x="393623" y="57378"/>
                </a:lnTo>
                <a:lnTo>
                  <a:pt x="367182" y="85928"/>
                </a:lnTo>
                <a:lnTo>
                  <a:pt x="346583" y="120129"/>
                </a:lnTo>
                <a:lnTo>
                  <a:pt x="331838" y="159956"/>
                </a:lnTo>
                <a:lnTo>
                  <a:pt x="322986" y="205397"/>
                </a:lnTo>
                <a:lnTo>
                  <a:pt x="320027" y="256425"/>
                </a:lnTo>
                <a:lnTo>
                  <a:pt x="320027" y="259842"/>
                </a:lnTo>
                <a:lnTo>
                  <a:pt x="321564" y="263029"/>
                </a:lnTo>
                <a:lnTo>
                  <a:pt x="324040" y="265264"/>
                </a:lnTo>
                <a:lnTo>
                  <a:pt x="326174" y="267157"/>
                </a:lnTo>
                <a:lnTo>
                  <a:pt x="329006" y="268224"/>
                </a:lnTo>
                <a:lnTo>
                  <a:pt x="332892" y="268224"/>
                </a:lnTo>
                <a:lnTo>
                  <a:pt x="333362" y="268097"/>
                </a:lnTo>
                <a:lnTo>
                  <a:pt x="389737" y="257403"/>
                </a:lnTo>
                <a:lnTo>
                  <a:pt x="438912" y="240919"/>
                </a:lnTo>
                <a:lnTo>
                  <a:pt x="480707" y="218706"/>
                </a:lnTo>
                <a:lnTo>
                  <a:pt x="514972" y="190804"/>
                </a:lnTo>
                <a:lnTo>
                  <a:pt x="539724" y="160185"/>
                </a:lnTo>
                <a:lnTo>
                  <a:pt x="557466" y="125387"/>
                </a:lnTo>
                <a:lnTo>
                  <a:pt x="568159" y="86550"/>
                </a:lnTo>
                <a:lnTo>
                  <a:pt x="571728" y="43776"/>
                </a:lnTo>
                <a:close/>
              </a:path>
              <a:path w="628014" h="843914">
                <a:moveTo>
                  <a:pt x="608076" y="290880"/>
                </a:moveTo>
                <a:lnTo>
                  <a:pt x="605129" y="246862"/>
                </a:lnTo>
                <a:lnTo>
                  <a:pt x="600049" y="242379"/>
                </a:lnTo>
                <a:lnTo>
                  <a:pt x="593445" y="242379"/>
                </a:lnTo>
                <a:lnTo>
                  <a:pt x="542226" y="248005"/>
                </a:lnTo>
                <a:lnTo>
                  <a:pt x="496328" y="258914"/>
                </a:lnTo>
                <a:lnTo>
                  <a:pt x="455777" y="275120"/>
                </a:lnTo>
                <a:lnTo>
                  <a:pt x="420573" y="296570"/>
                </a:lnTo>
                <a:lnTo>
                  <a:pt x="390740" y="323253"/>
                </a:lnTo>
                <a:lnTo>
                  <a:pt x="366306" y="355168"/>
                </a:lnTo>
                <a:lnTo>
                  <a:pt x="347268" y="392277"/>
                </a:lnTo>
                <a:lnTo>
                  <a:pt x="333654" y="434581"/>
                </a:lnTo>
                <a:lnTo>
                  <a:pt x="325475" y="482053"/>
                </a:lnTo>
                <a:lnTo>
                  <a:pt x="322745" y="534670"/>
                </a:lnTo>
                <a:lnTo>
                  <a:pt x="322745" y="538213"/>
                </a:lnTo>
                <a:lnTo>
                  <a:pt x="324167" y="541401"/>
                </a:lnTo>
                <a:lnTo>
                  <a:pt x="326758" y="543636"/>
                </a:lnTo>
                <a:lnTo>
                  <a:pt x="328879" y="545528"/>
                </a:lnTo>
                <a:lnTo>
                  <a:pt x="331711" y="546595"/>
                </a:lnTo>
                <a:lnTo>
                  <a:pt x="335610" y="546595"/>
                </a:lnTo>
                <a:lnTo>
                  <a:pt x="336080" y="546468"/>
                </a:lnTo>
                <a:lnTo>
                  <a:pt x="388277" y="537260"/>
                </a:lnTo>
                <a:lnTo>
                  <a:pt x="435190" y="523811"/>
                </a:lnTo>
                <a:lnTo>
                  <a:pt x="476758" y="506145"/>
                </a:lnTo>
                <a:lnTo>
                  <a:pt x="512851" y="484301"/>
                </a:lnTo>
                <a:lnTo>
                  <a:pt x="543407" y="458330"/>
                </a:lnTo>
                <a:lnTo>
                  <a:pt x="571588" y="423481"/>
                </a:lnTo>
                <a:lnTo>
                  <a:pt x="591807" y="383844"/>
                </a:lnTo>
                <a:lnTo>
                  <a:pt x="603999" y="339598"/>
                </a:lnTo>
                <a:lnTo>
                  <a:pt x="608076" y="290880"/>
                </a:lnTo>
                <a:close/>
              </a:path>
              <a:path w="628014" h="843914">
                <a:moveTo>
                  <a:pt x="627545" y="571131"/>
                </a:moveTo>
                <a:lnTo>
                  <a:pt x="625195" y="530656"/>
                </a:lnTo>
                <a:lnTo>
                  <a:pt x="619404" y="520153"/>
                </a:lnTo>
                <a:lnTo>
                  <a:pt x="612800" y="520153"/>
                </a:lnTo>
                <a:lnTo>
                  <a:pt x="558177" y="526173"/>
                </a:lnTo>
                <a:lnTo>
                  <a:pt x="509231" y="537819"/>
                </a:lnTo>
                <a:lnTo>
                  <a:pt x="465988" y="555091"/>
                </a:lnTo>
                <a:lnTo>
                  <a:pt x="428459" y="577977"/>
                </a:lnTo>
                <a:lnTo>
                  <a:pt x="396659" y="606437"/>
                </a:lnTo>
                <a:lnTo>
                  <a:pt x="370598" y="640461"/>
                </a:lnTo>
                <a:lnTo>
                  <a:pt x="350316" y="680046"/>
                </a:lnTo>
                <a:lnTo>
                  <a:pt x="335800" y="725170"/>
                </a:lnTo>
                <a:lnTo>
                  <a:pt x="327075" y="775792"/>
                </a:lnTo>
                <a:lnTo>
                  <a:pt x="324167" y="831926"/>
                </a:lnTo>
                <a:lnTo>
                  <a:pt x="324167" y="835342"/>
                </a:lnTo>
                <a:lnTo>
                  <a:pt x="325577" y="838530"/>
                </a:lnTo>
                <a:lnTo>
                  <a:pt x="328168" y="840778"/>
                </a:lnTo>
                <a:lnTo>
                  <a:pt x="330301" y="842657"/>
                </a:lnTo>
                <a:lnTo>
                  <a:pt x="333133" y="843724"/>
                </a:lnTo>
                <a:lnTo>
                  <a:pt x="337019" y="843724"/>
                </a:lnTo>
                <a:lnTo>
                  <a:pt x="337502" y="843610"/>
                </a:lnTo>
                <a:lnTo>
                  <a:pt x="393192" y="833755"/>
                </a:lnTo>
                <a:lnTo>
                  <a:pt x="443242" y="819391"/>
                </a:lnTo>
                <a:lnTo>
                  <a:pt x="487553" y="800569"/>
                </a:lnTo>
                <a:lnTo>
                  <a:pt x="526059" y="777316"/>
                </a:lnTo>
                <a:lnTo>
                  <a:pt x="558634" y="749681"/>
                </a:lnTo>
                <a:lnTo>
                  <a:pt x="588670" y="712558"/>
                </a:lnTo>
                <a:lnTo>
                  <a:pt x="610222" y="670318"/>
                </a:lnTo>
                <a:lnTo>
                  <a:pt x="623201" y="623125"/>
                </a:lnTo>
                <a:lnTo>
                  <a:pt x="627545" y="571131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9" name="object 59"/>
          <p:cNvSpPr/>
          <p:nvPr/>
        </p:nvSpPr>
        <p:spPr>
          <a:xfrm>
            <a:off x="5516383" y="0"/>
            <a:ext cx="1309370" cy="1403350"/>
          </a:xfrm>
          <a:custGeom>
            <a:avLst/>
            <a:gdLst/>
            <a:ahLst/>
            <a:cxnLst/>
            <a:rect l="l" t="t" r="r" b="b"/>
            <a:pathLst>
              <a:path w="1309370" h="1403350">
                <a:moveTo>
                  <a:pt x="1309108" y="0"/>
                </a:moveTo>
                <a:lnTo>
                  <a:pt x="1309108" y="748389"/>
                </a:lnTo>
                <a:lnTo>
                  <a:pt x="1306938" y="802069"/>
                </a:lnTo>
                <a:lnTo>
                  <a:pt x="1300539" y="854554"/>
                </a:lnTo>
                <a:lnTo>
                  <a:pt x="1290080" y="905675"/>
                </a:lnTo>
                <a:lnTo>
                  <a:pt x="1275730" y="955264"/>
                </a:lnTo>
                <a:lnTo>
                  <a:pt x="1257658" y="1003153"/>
                </a:lnTo>
                <a:lnTo>
                  <a:pt x="1236032" y="1049173"/>
                </a:lnTo>
                <a:lnTo>
                  <a:pt x="1211021" y="1093156"/>
                </a:lnTo>
                <a:lnTo>
                  <a:pt x="1182794" y="1134934"/>
                </a:lnTo>
                <a:lnTo>
                  <a:pt x="1151520" y="1174339"/>
                </a:lnTo>
                <a:lnTo>
                  <a:pt x="1117367" y="1211202"/>
                </a:lnTo>
                <a:lnTo>
                  <a:pt x="1083320" y="1242906"/>
                </a:lnTo>
                <a:lnTo>
                  <a:pt x="1047086" y="1272157"/>
                </a:lnTo>
                <a:lnTo>
                  <a:pt x="1008798" y="1298819"/>
                </a:lnTo>
                <a:lnTo>
                  <a:pt x="968590" y="1322759"/>
                </a:lnTo>
                <a:lnTo>
                  <a:pt x="926594" y="1343842"/>
                </a:lnTo>
                <a:lnTo>
                  <a:pt x="882943" y="1361934"/>
                </a:lnTo>
                <a:lnTo>
                  <a:pt x="837771" y="1376900"/>
                </a:lnTo>
                <a:lnTo>
                  <a:pt x="791209" y="1388607"/>
                </a:lnTo>
                <a:lnTo>
                  <a:pt x="743392" y="1396919"/>
                </a:lnTo>
                <a:lnTo>
                  <a:pt x="694451" y="1401703"/>
                </a:lnTo>
                <a:lnTo>
                  <a:pt x="647545" y="1402927"/>
                </a:lnTo>
                <a:lnTo>
                  <a:pt x="601455" y="1400784"/>
                </a:lnTo>
                <a:lnTo>
                  <a:pt x="556216" y="1395460"/>
                </a:lnTo>
                <a:lnTo>
                  <a:pt x="511937" y="1387066"/>
                </a:lnTo>
                <a:lnTo>
                  <a:pt x="468732" y="1375710"/>
                </a:lnTo>
                <a:lnTo>
                  <a:pt x="426711" y="1361502"/>
                </a:lnTo>
                <a:lnTo>
                  <a:pt x="385986" y="1344551"/>
                </a:lnTo>
                <a:lnTo>
                  <a:pt x="346669" y="1324967"/>
                </a:lnTo>
                <a:lnTo>
                  <a:pt x="308871" y="1302858"/>
                </a:lnTo>
                <a:lnTo>
                  <a:pt x="272703" y="1278336"/>
                </a:lnTo>
                <a:lnTo>
                  <a:pt x="238277" y="1251507"/>
                </a:lnTo>
                <a:lnTo>
                  <a:pt x="205705" y="1222483"/>
                </a:lnTo>
                <a:lnTo>
                  <a:pt x="175098" y="1191373"/>
                </a:lnTo>
                <a:lnTo>
                  <a:pt x="146567" y="1158285"/>
                </a:lnTo>
                <a:lnTo>
                  <a:pt x="120225" y="1123330"/>
                </a:lnTo>
                <a:lnTo>
                  <a:pt x="96181" y="1086616"/>
                </a:lnTo>
                <a:lnTo>
                  <a:pt x="74549" y="1048254"/>
                </a:lnTo>
                <a:lnTo>
                  <a:pt x="55440" y="1008352"/>
                </a:lnTo>
                <a:lnTo>
                  <a:pt x="38964" y="967019"/>
                </a:lnTo>
                <a:lnTo>
                  <a:pt x="25234" y="924366"/>
                </a:lnTo>
                <a:lnTo>
                  <a:pt x="14361" y="880502"/>
                </a:lnTo>
                <a:lnTo>
                  <a:pt x="6457" y="835535"/>
                </a:lnTo>
                <a:lnTo>
                  <a:pt x="1632" y="789576"/>
                </a:lnTo>
                <a:lnTo>
                  <a:pt x="0" y="742733"/>
                </a:lnTo>
                <a:lnTo>
                  <a:pt x="0" y="0"/>
                </a:lnTo>
                <a:lnTo>
                  <a:pt x="1309108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0" name="object 60"/>
          <p:cNvSpPr/>
          <p:nvPr/>
        </p:nvSpPr>
        <p:spPr>
          <a:xfrm>
            <a:off x="0" y="8066401"/>
            <a:ext cx="338455" cy="727710"/>
          </a:xfrm>
          <a:custGeom>
            <a:avLst/>
            <a:gdLst/>
            <a:ahLst/>
            <a:cxnLst/>
            <a:rect l="l" t="t" r="r" b="b"/>
            <a:pathLst>
              <a:path w="338455" h="727709">
                <a:moveTo>
                  <a:pt x="338315" y="363736"/>
                </a:moveTo>
                <a:lnTo>
                  <a:pt x="333871" y="386742"/>
                </a:lnTo>
                <a:lnTo>
                  <a:pt x="320540" y="406891"/>
                </a:lnTo>
                <a:lnTo>
                  <a:pt x="0" y="727446"/>
                </a:lnTo>
                <a:lnTo>
                  <a:pt x="0" y="0"/>
                </a:lnTo>
                <a:lnTo>
                  <a:pt x="320540" y="320496"/>
                </a:lnTo>
                <a:lnTo>
                  <a:pt x="333871" y="340709"/>
                </a:lnTo>
                <a:lnTo>
                  <a:pt x="338315" y="363736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1" name="object 61"/>
          <p:cNvSpPr/>
          <p:nvPr/>
        </p:nvSpPr>
        <p:spPr>
          <a:xfrm>
            <a:off x="0" y="6691350"/>
            <a:ext cx="400050" cy="1472565"/>
          </a:xfrm>
          <a:custGeom>
            <a:avLst/>
            <a:gdLst/>
            <a:ahLst/>
            <a:cxnLst/>
            <a:rect l="l" t="t" r="r" b="b"/>
            <a:pathLst>
              <a:path w="400050" h="1472565">
                <a:moveTo>
                  <a:pt x="103657" y="720737"/>
                </a:moveTo>
                <a:lnTo>
                  <a:pt x="67614" y="684682"/>
                </a:lnTo>
                <a:lnTo>
                  <a:pt x="67614" y="1404607"/>
                </a:lnTo>
                <a:lnTo>
                  <a:pt x="103657" y="1368552"/>
                </a:lnTo>
                <a:lnTo>
                  <a:pt x="103657" y="720737"/>
                </a:lnTo>
                <a:close/>
              </a:path>
              <a:path w="400050" h="1472565">
                <a:moveTo>
                  <a:pt x="176098" y="793203"/>
                </a:moveTo>
                <a:lnTo>
                  <a:pt x="140055" y="757275"/>
                </a:lnTo>
                <a:lnTo>
                  <a:pt x="140055" y="1332191"/>
                </a:lnTo>
                <a:lnTo>
                  <a:pt x="176098" y="1296136"/>
                </a:lnTo>
                <a:lnTo>
                  <a:pt x="176098" y="793203"/>
                </a:lnTo>
                <a:close/>
              </a:path>
              <a:path w="400050" h="1472565">
                <a:moveTo>
                  <a:pt x="248627" y="865733"/>
                </a:moveTo>
                <a:lnTo>
                  <a:pt x="212585" y="829691"/>
                </a:lnTo>
                <a:lnTo>
                  <a:pt x="212585" y="1259751"/>
                </a:lnTo>
                <a:lnTo>
                  <a:pt x="248627" y="1223695"/>
                </a:lnTo>
                <a:lnTo>
                  <a:pt x="248627" y="865733"/>
                </a:lnTo>
                <a:close/>
              </a:path>
              <a:path w="400050" h="1472565">
                <a:moveTo>
                  <a:pt x="321081" y="938149"/>
                </a:moveTo>
                <a:lnTo>
                  <a:pt x="285026" y="902106"/>
                </a:lnTo>
                <a:lnTo>
                  <a:pt x="285026" y="1187183"/>
                </a:lnTo>
                <a:lnTo>
                  <a:pt x="321081" y="1151140"/>
                </a:lnTo>
                <a:lnTo>
                  <a:pt x="321081" y="938149"/>
                </a:lnTo>
                <a:close/>
              </a:path>
              <a:path w="400050" h="1472565">
                <a:moveTo>
                  <a:pt x="338277" y="363702"/>
                </a:moveTo>
                <a:lnTo>
                  <a:pt x="333832" y="340677"/>
                </a:lnTo>
                <a:lnTo>
                  <a:pt x="320509" y="320459"/>
                </a:lnTo>
                <a:lnTo>
                  <a:pt x="0" y="0"/>
                </a:lnTo>
                <a:lnTo>
                  <a:pt x="0" y="617105"/>
                </a:lnTo>
                <a:lnTo>
                  <a:pt x="0" y="727367"/>
                </a:lnTo>
                <a:lnTo>
                  <a:pt x="0" y="1472323"/>
                </a:lnTo>
                <a:lnTo>
                  <a:pt x="31102" y="1441119"/>
                </a:lnTo>
                <a:lnTo>
                  <a:pt x="31102" y="696264"/>
                </a:lnTo>
                <a:lnTo>
                  <a:pt x="320509" y="406857"/>
                </a:lnTo>
                <a:lnTo>
                  <a:pt x="333832" y="386702"/>
                </a:lnTo>
                <a:lnTo>
                  <a:pt x="338277" y="363702"/>
                </a:lnTo>
                <a:close/>
              </a:path>
              <a:path w="400050" h="1472565">
                <a:moveTo>
                  <a:pt x="399948" y="1044676"/>
                </a:moveTo>
                <a:lnTo>
                  <a:pt x="395097" y="1019594"/>
                </a:lnTo>
                <a:lnTo>
                  <a:pt x="380542" y="997610"/>
                </a:lnTo>
                <a:lnTo>
                  <a:pt x="357466" y="974661"/>
                </a:lnTo>
                <a:lnTo>
                  <a:pt x="357466" y="1114767"/>
                </a:lnTo>
                <a:lnTo>
                  <a:pt x="380542" y="1091819"/>
                </a:lnTo>
                <a:lnTo>
                  <a:pt x="395097" y="1069771"/>
                </a:lnTo>
                <a:lnTo>
                  <a:pt x="399948" y="1044676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62" name="object 62"/>
          <p:cNvGrpSpPr/>
          <p:nvPr/>
        </p:nvGrpSpPr>
        <p:grpSpPr>
          <a:xfrm>
            <a:off x="14327144" y="0"/>
            <a:ext cx="3961129" cy="947419"/>
            <a:chOff x="14327144" y="0"/>
            <a:chExt cx="3961129" cy="947419"/>
          </a:xfrm>
        </p:grpSpPr>
        <p:sp>
          <p:nvSpPr>
            <p:cNvPr id="63" name="object 63"/>
            <p:cNvSpPr/>
            <p:nvPr/>
          </p:nvSpPr>
          <p:spPr>
            <a:xfrm>
              <a:off x="14327144" y="0"/>
              <a:ext cx="3961129" cy="491490"/>
            </a:xfrm>
            <a:custGeom>
              <a:avLst/>
              <a:gdLst/>
              <a:ahLst/>
              <a:cxnLst/>
              <a:rect l="l" t="t" r="r" b="b"/>
              <a:pathLst>
                <a:path w="3961130" h="491490">
                  <a:moveTo>
                    <a:pt x="0" y="0"/>
                  </a:moveTo>
                  <a:lnTo>
                    <a:pt x="3728841" y="0"/>
                  </a:lnTo>
                  <a:lnTo>
                    <a:pt x="3960856" y="331347"/>
                  </a:lnTo>
                  <a:lnTo>
                    <a:pt x="3960856" y="491242"/>
                  </a:lnTo>
                  <a:lnTo>
                    <a:pt x="343973" y="49124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3975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4" name="object 64"/>
            <p:cNvSpPr/>
            <p:nvPr/>
          </p:nvSpPr>
          <p:spPr>
            <a:xfrm>
              <a:off x="17624802" y="0"/>
              <a:ext cx="663575" cy="947419"/>
            </a:xfrm>
            <a:custGeom>
              <a:avLst/>
              <a:gdLst/>
              <a:ahLst/>
              <a:cxnLst/>
              <a:rect l="l" t="t" r="r" b="b"/>
              <a:pathLst>
                <a:path w="663575" h="947419">
                  <a:moveTo>
                    <a:pt x="0" y="0"/>
                  </a:moveTo>
                  <a:lnTo>
                    <a:pt x="663198" y="0"/>
                  </a:lnTo>
                  <a:lnTo>
                    <a:pt x="663198" y="94714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80" name="object 9"/>
          <p:cNvGrpSpPr/>
          <p:nvPr/>
        </p:nvGrpSpPr>
        <p:grpSpPr>
          <a:xfrm>
            <a:off x="762000" y="701675"/>
            <a:ext cx="16153447" cy="9393991"/>
            <a:chOff x="8001713" y="5382422"/>
            <a:chExt cx="9167495" cy="3947160"/>
          </a:xfrm>
        </p:grpSpPr>
        <p:sp>
          <p:nvSpPr>
            <p:cNvPr id="81" name="object 10"/>
            <p:cNvSpPr/>
            <p:nvPr/>
          </p:nvSpPr>
          <p:spPr>
            <a:xfrm>
              <a:off x="8001801" y="6264371"/>
              <a:ext cx="531495" cy="531495"/>
            </a:xfrm>
            <a:custGeom>
              <a:avLst/>
              <a:gdLst/>
              <a:ahLst/>
              <a:cxnLst/>
              <a:rect l="l" t="t" r="r" b="b"/>
              <a:pathLst>
                <a:path w="531495" h="531495">
                  <a:moveTo>
                    <a:pt x="388921" y="531372"/>
                  </a:moveTo>
                  <a:lnTo>
                    <a:pt x="0" y="142363"/>
                  </a:lnTo>
                  <a:lnTo>
                    <a:pt x="531284" y="0"/>
                  </a:lnTo>
                  <a:lnTo>
                    <a:pt x="388921" y="531372"/>
                  </a:lnTo>
                  <a:close/>
                </a:path>
              </a:pathLst>
            </a:custGeom>
            <a:solidFill>
              <a:srgbClr val="13975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2" name="object 11"/>
            <p:cNvSpPr/>
            <p:nvPr/>
          </p:nvSpPr>
          <p:spPr>
            <a:xfrm>
              <a:off x="8237957" y="5875537"/>
              <a:ext cx="7305675" cy="1922145"/>
            </a:xfrm>
            <a:custGeom>
              <a:avLst/>
              <a:gdLst/>
              <a:ahLst/>
              <a:cxnLst/>
              <a:rect l="l" t="t" r="r" b="b"/>
              <a:pathLst>
                <a:path w="7305675" h="1922145">
                  <a:moveTo>
                    <a:pt x="7305143" y="1921951"/>
                  </a:moveTo>
                  <a:lnTo>
                    <a:pt x="427795" y="1921951"/>
                  </a:lnTo>
                  <a:lnTo>
                    <a:pt x="381186" y="1919441"/>
                  </a:lnTo>
                  <a:lnTo>
                    <a:pt x="336029" y="1912083"/>
                  </a:lnTo>
                  <a:lnTo>
                    <a:pt x="292587" y="1900140"/>
                  </a:lnTo>
                  <a:lnTo>
                    <a:pt x="251119" y="1883872"/>
                  </a:lnTo>
                  <a:lnTo>
                    <a:pt x="211888" y="1863540"/>
                  </a:lnTo>
                  <a:lnTo>
                    <a:pt x="175154" y="1839405"/>
                  </a:lnTo>
                  <a:lnTo>
                    <a:pt x="141178" y="1811729"/>
                  </a:lnTo>
                  <a:lnTo>
                    <a:pt x="110221" y="1780773"/>
                  </a:lnTo>
                  <a:lnTo>
                    <a:pt x="82545" y="1746797"/>
                  </a:lnTo>
                  <a:lnTo>
                    <a:pt x="58411" y="1710063"/>
                  </a:lnTo>
                  <a:lnTo>
                    <a:pt x="38079" y="1670832"/>
                  </a:lnTo>
                  <a:lnTo>
                    <a:pt x="21811" y="1629364"/>
                  </a:lnTo>
                  <a:lnTo>
                    <a:pt x="9867" y="1585921"/>
                  </a:lnTo>
                  <a:lnTo>
                    <a:pt x="2510" y="1540765"/>
                  </a:lnTo>
                  <a:lnTo>
                    <a:pt x="0" y="1494155"/>
                  </a:lnTo>
                  <a:lnTo>
                    <a:pt x="0" y="0"/>
                  </a:lnTo>
                  <a:lnTo>
                    <a:pt x="6153277" y="0"/>
                  </a:lnTo>
                  <a:lnTo>
                    <a:pt x="6201970" y="1010"/>
                  </a:lnTo>
                  <a:lnTo>
                    <a:pt x="6250147" y="4015"/>
                  </a:lnTo>
                  <a:lnTo>
                    <a:pt x="6297770" y="8974"/>
                  </a:lnTo>
                  <a:lnTo>
                    <a:pt x="6344797" y="15847"/>
                  </a:lnTo>
                  <a:lnTo>
                    <a:pt x="6391188" y="24595"/>
                  </a:lnTo>
                  <a:lnTo>
                    <a:pt x="6436905" y="35177"/>
                  </a:lnTo>
                  <a:lnTo>
                    <a:pt x="6481906" y="47554"/>
                  </a:lnTo>
                  <a:lnTo>
                    <a:pt x="6526153" y="61685"/>
                  </a:lnTo>
                  <a:lnTo>
                    <a:pt x="6569604" y="77530"/>
                  </a:lnTo>
                  <a:lnTo>
                    <a:pt x="6612220" y="95050"/>
                  </a:lnTo>
                  <a:lnTo>
                    <a:pt x="6653961" y="114205"/>
                  </a:lnTo>
                  <a:lnTo>
                    <a:pt x="6694787" y="134954"/>
                  </a:lnTo>
                  <a:lnTo>
                    <a:pt x="6734657" y="157257"/>
                  </a:lnTo>
                  <a:lnTo>
                    <a:pt x="6773533" y="181076"/>
                  </a:lnTo>
                  <a:lnTo>
                    <a:pt x="6811374" y="206368"/>
                  </a:lnTo>
                  <a:lnTo>
                    <a:pt x="6848140" y="233096"/>
                  </a:lnTo>
                  <a:lnTo>
                    <a:pt x="6883791" y="261218"/>
                  </a:lnTo>
                  <a:lnTo>
                    <a:pt x="6918288" y="290695"/>
                  </a:lnTo>
                  <a:lnTo>
                    <a:pt x="6951589" y="321487"/>
                  </a:lnTo>
                  <a:lnTo>
                    <a:pt x="6983655" y="353554"/>
                  </a:lnTo>
                  <a:lnTo>
                    <a:pt x="7014447" y="386855"/>
                  </a:lnTo>
                  <a:lnTo>
                    <a:pt x="7043924" y="421351"/>
                  </a:lnTo>
                  <a:lnTo>
                    <a:pt x="7072047" y="457002"/>
                  </a:lnTo>
                  <a:lnTo>
                    <a:pt x="7098774" y="493768"/>
                  </a:lnTo>
                  <a:lnTo>
                    <a:pt x="7124067" y="531609"/>
                  </a:lnTo>
                  <a:lnTo>
                    <a:pt x="7147885" y="570485"/>
                  </a:lnTo>
                  <a:lnTo>
                    <a:pt x="7170189" y="610356"/>
                  </a:lnTo>
                  <a:lnTo>
                    <a:pt x="7190938" y="651182"/>
                  </a:lnTo>
                  <a:lnTo>
                    <a:pt x="7210093" y="692923"/>
                  </a:lnTo>
                  <a:lnTo>
                    <a:pt x="7227613" y="735539"/>
                  </a:lnTo>
                  <a:lnTo>
                    <a:pt x="7243458" y="778990"/>
                  </a:lnTo>
                  <a:lnTo>
                    <a:pt x="7257589" y="823236"/>
                  </a:lnTo>
                  <a:lnTo>
                    <a:pt x="7269966" y="868238"/>
                  </a:lnTo>
                  <a:lnTo>
                    <a:pt x="7280548" y="913954"/>
                  </a:lnTo>
                  <a:lnTo>
                    <a:pt x="7289295" y="960346"/>
                  </a:lnTo>
                  <a:lnTo>
                    <a:pt x="7296169" y="1007373"/>
                  </a:lnTo>
                  <a:lnTo>
                    <a:pt x="7301128" y="1054995"/>
                  </a:lnTo>
                  <a:lnTo>
                    <a:pt x="7304133" y="1103173"/>
                  </a:lnTo>
                  <a:lnTo>
                    <a:pt x="7305143" y="1151866"/>
                  </a:lnTo>
                  <a:lnTo>
                    <a:pt x="7305143" y="1921951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3" name="object 12"/>
            <p:cNvSpPr/>
            <p:nvPr/>
          </p:nvSpPr>
          <p:spPr>
            <a:xfrm>
              <a:off x="8001713" y="5382422"/>
              <a:ext cx="4137025" cy="1024890"/>
            </a:xfrm>
            <a:custGeom>
              <a:avLst/>
              <a:gdLst/>
              <a:ahLst/>
              <a:cxnLst/>
              <a:rect l="l" t="t" r="r" b="b"/>
              <a:pathLst>
                <a:path w="4137025" h="1024889">
                  <a:moveTo>
                    <a:pt x="3712205" y="1024400"/>
                  </a:moveTo>
                  <a:lnTo>
                    <a:pt x="0" y="1024400"/>
                  </a:lnTo>
                  <a:lnTo>
                    <a:pt x="0" y="276000"/>
                  </a:lnTo>
                  <a:lnTo>
                    <a:pt x="4447" y="226393"/>
                  </a:lnTo>
                  <a:lnTo>
                    <a:pt x="17269" y="179701"/>
                  </a:lnTo>
                  <a:lnTo>
                    <a:pt x="37686" y="136705"/>
                  </a:lnTo>
                  <a:lnTo>
                    <a:pt x="64917" y="98184"/>
                  </a:lnTo>
                  <a:lnTo>
                    <a:pt x="98184" y="64917"/>
                  </a:lnTo>
                  <a:lnTo>
                    <a:pt x="136705" y="37686"/>
                  </a:lnTo>
                  <a:lnTo>
                    <a:pt x="179701" y="17269"/>
                  </a:lnTo>
                  <a:lnTo>
                    <a:pt x="226393" y="4447"/>
                  </a:lnTo>
                  <a:lnTo>
                    <a:pt x="276000" y="0"/>
                  </a:lnTo>
                  <a:lnTo>
                    <a:pt x="3712205" y="0"/>
                  </a:lnTo>
                  <a:lnTo>
                    <a:pt x="4136916" y="507748"/>
                  </a:lnTo>
                  <a:lnTo>
                    <a:pt x="3712205" y="1024400"/>
                  </a:lnTo>
                  <a:close/>
                </a:path>
              </a:pathLst>
            </a:custGeom>
            <a:solidFill>
              <a:srgbClr val="13975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4" name="object 13"/>
            <p:cNvSpPr/>
            <p:nvPr/>
          </p:nvSpPr>
          <p:spPr>
            <a:xfrm>
              <a:off x="8231708" y="5881775"/>
              <a:ext cx="8937625" cy="3447415"/>
            </a:xfrm>
            <a:custGeom>
              <a:avLst/>
              <a:gdLst/>
              <a:ahLst/>
              <a:cxnLst/>
              <a:rect l="l" t="t" r="r" b="b"/>
              <a:pathLst>
                <a:path w="8937625" h="3447415">
                  <a:moveTo>
                    <a:pt x="8937142" y="1011466"/>
                  </a:moveTo>
                  <a:lnTo>
                    <a:pt x="8934869" y="966508"/>
                  </a:lnTo>
                  <a:lnTo>
                    <a:pt x="8934869" y="512559"/>
                  </a:lnTo>
                  <a:lnTo>
                    <a:pt x="8928519" y="463867"/>
                  </a:lnTo>
                  <a:lnTo>
                    <a:pt x="8917889" y="416128"/>
                  </a:lnTo>
                  <a:lnTo>
                    <a:pt x="8903208" y="369633"/>
                  </a:lnTo>
                  <a:lnTo>
                    <a:pt x="8884552" y="324612"/>
                  </a:lnTo>
                  <a:lnTo>
                    <a:pt x="8862060" y="281343"/>
                  </a:lnTo>
                  <a:lnTo>
                    <a:pt x="8835822" y="240080"/>
                  </a:lnTo>
                  <a:lnTo>
                    <a:pt x="8805951" y="201079"/>
                  </a:lnTo>
                  <a:lnTo>
                    <a:pt x="8772550" y="164604"/>
                  </a:lnTo>
                  <a:lnTo>
                    <a:pt x="8736063" y="131203"/>
                  </a:lnTo>
                  <a:lnTo>
                    <a:pt x="8697062" y="101320"/>
                  </a:lnTo>
                  <a:lnTo>
                    <a:pt x="8655799" y="75082"/>
                  </a:lnTo>
                  <a:lnTo>
                    <a:pt x="8612530" y="52590"/>
                  </a:lnTo>
                  <a:lnTo>
                    <a:pt x="8567522" y="33947"/>
                  </a:lnTo>
                  <a:lnTo>
                    <a:pt x="8521014" y="19253"/>
                  </a:lnTo>
                  <a:lnTo>
                    <a:pt x="8473288" y="8636"/>
                  </a:lnTo>
                  <a:lnTo>
                    <a:pt x="8424583" y="2171"/>
                  </a:lnTo>
                  <a:lnTo>
                    <a:pt x="8375167" y="0"/>
                  </a:lnTo>
                  <a:lnTo>
                    <a:pt x="5858878" y="0"/>
                  </a:lnTo>
                  <a:lnTo>
                    <a:pt x="5809462" y="2171"/>
                  </a:lnTo>
                  <a:lnTo>
                    <a:pt x="5760758" y="8636"/>
                  </a:lnTo>
                  <a:lnTo>
                    <a:pt x="5713031" y="19253"/>
                  </a:lnTo>
                  <a:lnTo>
                    <a:pt x="5666524" y="33947"/>
                  </a:lnTo>
                  <a:lnTo>
                    <a:pt x="5621515" y="52590"/>
                  </a:lnTo>
                  <a:lnTo>
                    <a:pt x="5578246" y="75082"/>
                  </a:lnTo>
                  <a:lnTo>
                    <a:pt x="5536984" y="101320"/>
                  </a:lnTo>
                  <a:lnTo>
                    <a:pt x="5497982" y="131203"/>
                  </a:lnTo>
                  <a:lnTo>
                    <a:pt x="5461495" y="164604"/>
                  </a:lnTo>
                  <a:lnTo>
                    <a:pt x="5428094" y="201079"/>
                  </a:lnTo>
                  <a:lnTo>
                    <a:pt x="5398224" y="240080"/>
                  </a:lnTo>
                  <a:lnTo>
                    <a:pt x="5371985" y="281343"/>
                  </a:lnTo>
                  <a:lnTo>
                    <a:pt x="5349494" y="324612"/>
                  </a:lnTo>
                  <a:lnTo>
                    <a:pt x="5330850" y="369633"/>
                  </a:lnTo>
                  <a:lnTo>
                    <a:pt x="5316156" y="416128"/>
                  </a:lnTo>
                  <a:lnTo>
                    <a:pt x="5305526" y="463867"/>
                  </a:lnTo>
                  <a:lnTo>
                    <a:pt x="5299075" y="512559"/>
                  </a:lnTo>
                  <a:lnTo>
                    <a:pt x="5297652" y="544741"/>
                  </a:lnTo>
                  <a:lnTo>
                    <a:pt x="4926279" y="544741"/>
                  </a:lnTo>
                  <a:lnTo>
                    <a:pt x="4878552" y="547141"/>
                  </a:lnTo>
                  <a:lnTo>
                    <a:pt x="4832210" y="554215"/>
                  </a:lnTo>
                  <a:lnTo>
                    <a:pt x="4787493" y="565721"/>
                  </a:lnTo>
                  <a:lnTo>
                    <a:pt x="4744605" y="581418"/>
                  </a:lnTo>
                  <a:lnTo>
                    <a:pt x="4703813" y="601065"/>
                  </a:lnTo>
                  <a:lnTo>
                    <a:pt x="4665332" y="624446"/>
                  </a:lnTo>
                  <a:lnTo>
                    <a:pt x="4629391" y="651319"/>
                  </a:lnTo>
                  <a:lnTo>
                    <a:pt x="4596257" y="681443"/>
                  </a:lnTo>
                  <a:lnTo>
                    <a:pt x="4566132" y="714578"/>
                  </a:lnTo>
                  <a:lnTo>
                    <a:pt x="4539259" y="750506"/>
                  </a:lnTo>
                  <a:lnTo>
                    <a:pt x="4515878" y="789000"/>
                  </a:lnTo>
                  <a:lnTo>
                    <a:pt x="4496232" y="829792"/>
                  </a:lnTo>
                  <a:lnTo>
                    <a:pt x="4480534" y="872667"/>
                  </a:lnTo>
                  <a:lnTo>
                    <a:pt x="4469041" y="917397"/>
                  </a:lnTo>
                  <a:lnTo>
                    <a:pt x="4461967" y="963739"/>
                  </a:lnTo>
                  <a:lnTo>
                    <a:pt x="4461395" y="974928"/>
                  </a:lnTo>
                  <a:lnTo>
                    <a:pt x="485775" y="974928"/>
                  </a:lnTo>
                  <a:lnTo>
                    <a:pt x="438988" y="977150"/>
                  </a:lnTo>
                  <a:lnTo>
                    <a:pt x="393471" y="983691"/>
                  </a:lnTo>
                  <a:lnTo>
                    <a:pt x="349402" y="994333"/>
                  </a:lnTo>
                  <a:lnTo>
                    <a:pt x="307009" y="1008875"/>
                  </a:lnTo>
                  <a:lnTo>
                    <a:pt x="266471" y="1027125"/>
                  </a:lnTo>
                  <a:lnTo>
                    <a:pt x="228015" y="1048880"/>
                  </a:lnTo>
                  <a:lnTo>
                    <a:pt x="191833" y="1073912"/>
                  </a:lnTo>
                  <a:lnTo>
                    <a:pt x="158140" y="1102042"/>
                  </a:lnTo>
                  <a:lnTo>
                    <a:pt x="127114" y="1133068"/>
                  </a:lnTo>
                  <a:lnTo>
                    <a:pt x="98983" y="1166761"/>
                  </a:lnTo>
                  <a:lnTo>
                    <a:pt x="73952" y="1202944"/>
                  </a:lnTo>
                  <a:lnTo>
                    <a:pt x="52197" y="1241399"/>
                  </a:lnTo>
                  <a:lnTo>
                    <a:pt x="33947" y="1281938"/>
                  </a:lnTo>
                  <a:lnTo>
                    <a:pt x="19405" y="1324330"/>
                  </a:lnTo>
                  <a:lnTo>
                    <a:pt x="8763" y="1368399"/>
                  </a:lnTo>
                  <a:lnTo>
                    <a:pt x="2222" y="1413916"/>
                  </a:lnTo>
                  <a:lnTo>
                    <a:pt x="0" y="1460703"/>
                  </a:lnTo>
                  <a:lnTo>
                    <a:pt x="0" y="2961513"/>
                  </a:lnTo>
                  <a:lnTo>
                    <a:pt x="2222" y="3008299"/>
                  </a:lnTo>
                  <a:lnTo>
                    <a:pt x="8763" y="3053816"/>
                  </a:lnTo>
                  <a:lnTo>
                    <a:pt x="19405" y="3097885"/>
                  </a:lnTo>
                  <a:lnTo>
                    <a:pt x="33947" y="3140278"/>
                  </a:lnTo>
                  <a:lnTo>
                    <a:pt x="52197" y="3180804"/>
                  </a:lnTo>
                  <a:lnTo>
                    <a:pt x="73952" y="3219272"/>
                  </a:lnTo>
                  <a:lnTo>
                    <a:pt x="98983" y="3255441"/>
                  </a:lnTo>
                  <a:lnTo>
                    <a:pt x="127114" y="3289147"/>
                  </a:lnTo>
                  <a:lnTo>
                    <a:pt x="158140" y="3320161"/>
                  </a:lnTo>
                  <a:lnTo>
                    <a:pt x="191833" y="3348291"/>
                  </a:lnTo>
                  <a:lnTo>
                    <a:pt x="228015" y="3373336"/>
                  </a:lnTo>
                  <a:lnTo>
                    <a:pt x="266471" y="3395078"/>
                  </a:lnTo>
                  <a:lnTo>
                    <a:pt x="307009" y="3413328"/>
                  </a:lnTo>
                  <a:lnTo>
                    <a:pt x="349402" y="3427882"/>
                  </a:lnTo>
                  <a:lnTo>
                    <a:pt x="393471" y="3438525"/>
                  </a:lnTo>
                  <a:lnTo>
                    <a:pt x="438988" y="3445065"/>
                  </a:lnTo>
                  <a:lnTo>
                    <a:pt x="485775" y="3447288"/>
                  </a:lnTo>
                  <a:lnTo>
                    <a:pt x="4926279" y="3447288"/>
                  </a:lnTo>
                  <a:lnTo>
                    <a:pt x="5758091" y="3447288"/>
                  </a:lnTo>
                  <a:lnTo>
                    <a:pt x="8470417" y="3447288"/>
                  </a:lnTo>
                  <a:lnTo>
                    <a:pt x="8518144" y="3444875"/>
                  </a:lnTo>
                  <a:lnTo>
                    <a:pt x="8564486" y="3437801"/>
                  </a:lnTo>
                  <a:lnTo>
                    <a:pt x="8609216" y="3426307"/>
                  </a:lnTo>
                  <a:lnTo>
                    <a:pt x="8652091" y="3410610"/>
                  </a:lnTo>
                  <a:lnTo>
                    <a:pt x="8692883" y="3390950"/>
                  </a:lnTo>
                  <a:lnTo>
                    <a:pt x="8731364" y="3367570"/>
                  </a:lnTo>
                  <a:lnTo>
                    <a:pt x="8767305" y="3340709"/>
                  </a:lnTo>
                  <a:lnTo>
                    <a:pt x="8800440" y="3310585"/>
                  </a:lnTo>
                  <a:lnTo>
                    <a:pt x="8830564" y="3277438"/>
                  </a:lnTo>
                  <a:lnTo>
                    <a:pt x="8857437" y="3241510"/>
                  </a:lnTo>
                  <a:lnTo>
                    <a:pt x="8880818" y="3203029"/>
                  </a:lnTo>
                  <a:lnTo>
                    <a:pt x="8900465" y="3162236"/>
                  </a:lnTo>
                  <a:lnTo>
                    <a:pt x="8916162" y="3119348"/>
                  </a:lnTo>
                  <a:lnTo>
                    <a:pt x="8927668" y="3074619"/>
                  </a:lnTo>
                  <a:lnTo>
                    <a:pt x="8934729" y="3028277"/>
                  </a:lnTo>
                  <a:lnTo>
                    <a:pt x="8937142" y="2980563"/>
                  </a:lnTo>
                  <a:lnTo>
                    <a:pt x="8937142" y="1011466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6" name="TextBox 85"/>
          <p:cNvSpPr txBox="1"/>
          <p:nvPr/>
        </p:nvSpPr>
        <p:spPr>
          <a:xfrm>
            <a:off x="1698668" y="1492542"/>
            <a:ext cx="508483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400" b="1" dirty="0">
                <a:solidFill>
                  <a:schemeClr val="bg1"/>
                </a:solidFill>
                <a:latin typeface="Arial Black" panose="020B0A04020102020204" pitchFamily="34" charset="0"/>
              </a:rPr>
              <a:t>ABSTRACT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057400" y="3433120"/>
            <a:ext cx="13949825" cy="6501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l">
              <a:buFont typeface="Arial" pitchFamily="34" charset="0"/>
              <a:buChar char="•"/>
            </a:pPr>
            <a:r>
              <a:rPr lang="en-US" sz="2450" b="1" dirty="0">
                <a:solidFill>
                  <a:schemeClr val="accent3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Water is vital in farming, but issues like overuse, underuse, and uneven watering affect productivity.</a:t>
            </a:r>
          </a:p>
          <a:p>
            <a:pPr marL="342900" indent="-342900" algn="l">
              <a:buFont typeface="Arial" pitchFamily="34" charset="0"/>
              <a:buChar char="•"/>
            </a:pPr>
            <a:r>
              <a:rPr lang="en-US" sz="2450" b="1" dirty="0">
                <a:solidFill>
                  <a:schemeClr val="accent3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Lack of awareness of tank or well water levels leads to inefficiency.</a:t>
            </a:r>
          </a:p>
          <a:p>
            <a:pPr marL="342900" indent="-342900" algn="l">
              <a:buFont typeface="Arial" pitchFamily="34" charset="0"/>
              <a:buChar char="•"/>
            </a:pPr>
            <a:r>
              <a:rPr lang="en-US" sz="2450" b="1" dirty="0">
                <a:solidFill>
                  <a:schemeClr val="accent3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Monitoring water levels across large fields is difficult.</a:t>
            </a:r>
          </a:p>
          <a:p>
            <a:pPr marL="342900" indent="-342900" algn="l">
              <a:buFont typeface="Arial" pitchFamily="34" charset="0"/>
              <a:buChar char="•"/>
            </a:pPr>
            <a:r>
              <a:rPr lang="en-US" sz="2450" b="1" dirty="0">
                <a:solidFill>
                  <a:schemeClr val="accent3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Around 4 trillion cubic meters of freshwater are used annually, with 30%– 50% wasted due to inefficiencies.</a:t>
            </a:r>
          </a:p>
          <a:p>
            <a:pPr marL="342900" indent="-342900" algn="l">
              <a:buFont typeface="Arial" pitchFamily="34" charset="0"/>
              <a:buChar char="•"/>
            </a:pPr>
            <a:r>
              <a:rPr lang="en-US" sz="2450" b="1" dirty="0">
                <a:solidFill>
                  <a:schemeClr val="accent3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Agriculture consumes 70% of global freshwater, with nearly half lost to overwatering and poor irrigation.</a:t>
            </a:r>
          </a:p>
          <a:p>
            <a:pPr marL="342900" indent="-342900" algn="l">
              <a:buFont typeface="Arial" pitchFamily="34" charset="0"/>
              <a:buChar char="•"/>
            </a:pPr>
            <a:r>
              <a:rPr lang="en-US" sz="2450" b="1" dirty="0">
                <a:solidFill>
                  <a:schemeClr val="accent3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Smart farming using drones, drip systems, and moisture sensors can save 30%–50% of agricultural water.</a:t>
            </a:r>
          </a:p>
          <a:p>
            <a:pPr marL="342900" indent="-342900" algn="l">
              <a:buFont typeface="Arial" pitchFamily="34" charset="0"/>
              <a:buChar char="•"/>
            </a:pPr>
            <a:r>
              <a:rPr lang="en-US" sz="2450" b="1" dirty="0">
                <a:solidFill>
                  <a:schemeClr val="accent3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The research focuses on solving water management and crop monitoring issues in modern agriculture.</a:t>
            </a:r>
          </a:p>
          <a:p>
            <a:pPr marL="342900" indent="-342900" algn="l">
              <a:buFont typeface="Arial" pitchFamily="34" charset="0"/>
              <a:buChar char="•"/>
            </a:pPr>
            <a:r>
              <a:rPr lang="en-US" sz="2450" b="1" dirty="0">
                <a:solidFill>
                  <a:schemeClr val="accent3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A drone-based system using sensors is proposed to optimize irrigation and monitor crops in real time.</a:t>
            </a:r>
          </a:p>
          <a:p>
            <a:pPr marL="342900" indent="-342900" algn="l">
              <a:buFont typeface="Arial" pitchFamily="34" charset="0"/>
              <a:buChar char="•"/>
            </a:pPr>
            <a:r>
              <a:rPr lang="en-US" sz="2450" b="1" dirty="0">
                <a:solidFill>
                  <a:schemeClr val="accent3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Lab and field tests show reduced water waste and better crop health with the proposed system.</a:t>
            </a:r>
          </a:p>
          <a:p>
            <a:pPr marL="342900" indent="-342900" algn="l">
              <a:buFont typeface="Arial" pitchFamily="34" charset="0"/>
              <a:buChar char="•"/>
            </a:pPr>
            <a:r>
              <a:rPr lang="en-US" sz="2450" b="1" dirty="0">
                <a:solidFill>
                  <a:schemeClr val="accent3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The project integrates drone technology, IOT, cloud computing, AI, and ML for smart irrigation.</a:t>
            </a:r>
          </a:p>
          <a:p>
            <a:pPr marL="342900" indent="-342900" algn="l">
              <a:buFont typeface="Arial" pitchFamily="34" charset="0"/>
              <a:buChar char="•"/>
            </a:pPr>
            <a:r>
              <a:rPr lang="en-US" sz="2450" b="1" dirty="0">
                <a:solidFill>
                  <a:schemeClr val="accent3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Components used include drones, sensors, Raspberry Pi or </a:t>
            </a:r>
            <a:r>
              <a:rPr lang="en-US" sz="2450" b="1" dirty="0" err="1">
                <a:solidFill>
                  <a:schemeClr val="accent3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Arduino</a:t>
            </a:r>
            <a:r>
              <a:rPr lang="en-US" sz="2450" b="1" dirty="0">
                <a:solidFill>
                  <a:schemeClr val="accent3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, Python, libraries, drone software, and cloud tools.</a:t>
            </a:r>
          </a:p>
          <a:p>
            <a:pPr algn="l"/>
            <a:endParaRPr lang="en-US" sz="2450" b="1" dirty="0">
              <a:solidFill>
                <a:schemeClr val="accent3">
                  <a:lumMod val="50000"/>
                </a:schemeClr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462508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object 4"/>
          <p:cNvGrpSpPr/>
          <p:nvPr/>
        </p:nvGrpSpPr>
        <p:grpSpPr>
          <a:xfrm>
            <a:off x="5943600" y="625130"/>
            <a:ext cx="10994691" cy="1405818"/>
            <a:chOff x="7693089" y="1032123"/>
            <a:chExt cx="7032625" cy="1006475"/>
          </a:xfrm>
        </p:grpSpPr>
        <p:sp>
          <p:nvSpPr>
            <p:cNvPr id="5" name="object 5"/>
            <p:cNvSpPr/>
            <p:nvPr/>
          </p:nvSpPr>
          <p:spPr>
            <a:xfrm>
              <a:off x="7693089" y="1032123"/>
              <a:ext cx="5365750" cy="1006475"/>
            </a:xfrm>
            <a:custGeom>
              <a:avLst/>
              <a:gdLst/>
              <a:ahLst/>
              <a:cxnLst/>
              <a:rect l="l" t="t" r="r" b="b"/>
              <a:pathLst>
                <a:path w="5365750" h="1006475">
                  <a:moveTo>
                    <a:pt x="5344804" y="359466"/>
                  </a:moveTo>
                  <a:lnTo>
                    <a:pt x="1195770" y="359466"/>
                  </a:lnTo>
                  <a:lnTo>
                    <a:pt x="1243145" y="356270"/>
                  </a:lnTo>
                  <a:lnTo>
                    <a:pt x="1289184" y="346849"/>
                  </a:lnTo>
                  <a:lnTo>
                    <a:pt x="1333257" y="331455"/>
                  </a:lnTo>
                  <a:lnTo>
                    <a:pt x="1374733" y="310340"/>
                  </a:lnTo>
                  <a:lnTo>
                    <a:pt x="1412981" y="283756"/>
                  </a:lnTo>
                  <a:lnTo>
                    <a:pt x="1447373" y="251955"/>
                  </a:lnTo>
                  <a:lnTo>
                    <a:pt x="1477276" y="215189"/>
                  </a:lnTo>
                  <a:lnTo>
                    <a:pt x="1506392" y="177545"/>
                  </a:lnTo>
                  <a:lnTo>
                    <a:pt x="1538861" y="142844"/>
                  </a:lnTo>
                  <a:lnTo>
                    <a:pt x="1574443" y="111326"/>
                  </a:lnTo>
                  <a:lnTo>
                    <a:pt x="1612897" y="83231"/>
                  </a:lnTo>
                  <a:lnTo>
                    <a:pt x="1653983" y="58800"/>
                  </a:lnTo>
                  <a:lnTo>
                    <a:pt x="1697462" y="38272"/>
                  </a:lnTo>
                  <a:lnTo>
                    <a:pt x="1743092" y="21888"/>
                  </a:lnTo>
                  <a:lnTo>
                    <a:pt x="1790634" y="9888"/>
                  </a:lnTo>
                  <a:lnTo>
                    <a:pt x="1839848" y="2512"/>
                  </a:lnTo>
                  <a:lnTo>
                    <a:pt x="1890494" y="0"/>
                  </a:lnTo>
                  <a:lnTo>
                    <a:pt x="4860382" y="0"/>
                  </a:lnTo>
                  <a:lnTo>
                    <a:pt x="4910243" y="2369"/>
                  </a:lnTo>
                  <a:lnTo>
                    <a:pt x="4957523" y="9156"/>
                  </a:lnTo>
                  <a:lnTo>
                    <a:pt x="5003283" y="20209"/>
                  </a:lnTo>
                  <a:lnTo>
                    <a:pt x="5047314" y="35318"/>
                  </a:lnTo>
                  <a:lnTo>
                    <a:pt x="5089404" y="54269"/>
                  </a:lnTo>
                  <a:lnTo>
                    <a:pt x="5129342" y="76853"/>
                  </a:lnTo>
                  <a:lnTo>
                    <a:pt x="5166916" y="102857"/>
                  </a:lnTo>
                  <a:lnTo>
                    <a:pt x="5201914" y="132071"/>
                  </a:lnTo>
                  <a:lnTo>
                    <a:pt x="5234126" y="164283"/>
                  </a:lnTo>
                  <a:lnTo>
                    <a:pt x="5263339" y="199281"/>
                  </a:lnTo>
                  <a:lnTo>
                    <a:pt x="5289344" y="236855"/>
                  </a:lnTo>
                  <a:lnTo>
                    <a:pt x="5311928" y="276792"/>
                  </a:lnTo>
                  <a:lnTo>
                    <a:pt x="5330879" y="318882"/>
                  </a:lnTo>
                  <a:lnTo>
                    <a:pt x="5344804" y="359466"/>
                  </a:lnTo>
                  <a:close/>
                </a:path>
                <a:path w="5365750" h="1006475">
                  <a:moveTo>
                    <a:pt x="529591" y="1006226"/>
                  </a:moveTo>
                  <a:lnTo>
                    <a:pt x="473863" y="1006226"/>
                  </a:lnTo>
                  <a:lnTo>
                    <a:pt x="456439" y="1005433"/>
                  </a:lnTo>
                  <a:lnTo>
                    <a:pt x="410601" y="999130"/>
                  </a:lnTo>
                  <a:lnTo>
                    <a:pt x="410836" y="999130"/>
                  </a:lnTo>
                  <a:lnTo>
                    <a:pt x="367298" y="989066"/>
                  </a:lnTo>
                  <a:lnTo>
                    <a:pt x="324974" y="975185"/>
                  </a:lnTo>
                  <a:lnTo>
                    <a:pt x="284395" y="957753"/>
                  </a:lnTo>
                  <a:lnTo>
                    <a:pt x="245746" y="936955"/>
                  </a:lnTo>
                  <a:lnTo>
                    <a:pt x="209213" y="912978"/>
                  </a:lnTo>
                  <a:lnTo>
                    <a:pt x="174980" y="886005"/>
                  </a:lnTo>
                  <a:lnTo>
                    <a:pt x="143235" y="856223"/>
                  </a:lnTo>
                  <a:lnTo>
                    <a:pt x="114161" y="823816"/>
                  </a:lnTo>
                  <a:lnTo>
                    <a:pt x="87944" y="788971"/>
                  </a:lnTo>
                  <a:lnTo>
                    <a:pt x="64770" y="751873"/>
                  </a:lnTo>
                  <a:lnTo>
                    <a:pt x="44823" y="712706"/>
                  </a:lnTo>
                  <a:lnTo>
                    <a:pt x="28290" y="671657"/>
                  </a:lnTo>
                  <a:lnTo>
                    <a:pt x="15356" y="628911"/>
                  </a:lnTo>
                  <a:lnTo>
                    <a:pt x="6206" y="584653"/>
                  </a:lnTo>
                  <a:lnTo>
                    <a:pt x="1025" y="539069"/>
                  </a:lnTo>
                  <a:lnTo>
                    <a:pt x="20" y="493296"/>
                  </a:lnTo>
                  <a:lnTo>
                    <a:pt x="0" y="492343"/>
                  </a:lnTo>
                  <a:lnTo>
                    <a:pt x="3416" y="444609"/>
                  </a:lnTo>
                  <a:lnTo>
                    <a:pt x="11227" y="398195"/>
                  </a:lnTo>
                  <a:lnTo>
                    <a:pt x="23219" y="353310"/>
                  </a:lnTo>
                  <a:lnTo>
                    <a:pt x="39107" y="310340"/>
                  </a:lnTo>
                  <a:lnTo>
                    <a:pt x="58876" y="268954"/>
                  </a:lnTo>
                  <a:lnTo>
                    <a:pt x="82110" y="229898"/>
                  </a:lnTo>
                  <a:lnTo>
                    <a:pt x="108659" y="193200"/>
                  </a:lnTo>
                  <a:lnTo>
                    <a:pt x="138309" y="159067"/>
                  </a:lnTo>
                  <a:lnTo>
                    <a:pt x="170842" y="127707"/>
                  </a:lnTo>
                  <a:lnTo>
                    <a:pt x="206043" y="99327"/>
                  </a:lnTo>
                  <a:lnTo>
                    <a:pt x="243697" y="74134"/>
                  </a:lnTo>
                  <a:lnTo>
                    <a:pt x="283586" y="52337"/>
                  </a:lnTo>
                  <a:lnTo>
                    <a:pt x="325495" y="34141"/>
                  </a:lnTo>
                  <a:lnTo>
                    <a:pt x="369209" y="19756"/>
                  </a:lnTo>
                  <a:lnTo>
                    <a:pt x="414510" y="9387"/>
                  </a:lnTo>
                  <a:lnTo>
                    <a:pt x="461184" y="3243"/>
                  </a:lnTo>
                  <a:lnTo>
                    <a:pt x="509014" y="1532"/>
                  </a:lnTo>
                  <a:lnTo>
                    <a:pt x="558153" y="4493"/>
                  </a:lnTo>
                  <a:lnTo>
                    <a:pt x="605912" y="12053"/>
                  </a:lnTo>
                  <a:lnTo>
                    <a:pt x="652066" y="23989"/>
                  </a:lnTo>
                  <a:lnTo>
                    <a:pt x="696395" y="40077"/>
                  </a:lnTo>
                  <a:lnTo>
                    <a:pt x="738676" y="60094"/>
                  </a:lnTo>
                  <a:lnTo>
                    <a:pt x="778686" y="83819"/>
                  </a:lnTo>
                  <a:lnTo>
                    <a:pt x="816203" y="111027"/>
                  </a:lnTo>
                  <a:lnTo>
                    <a:pt x="851003" y="141497"/>
                  </a:lnTo>
                  <a:lnTo>
                    <a:pt x="882866" y="175005"/>
                  </a:lnTo>
                  <a:lnTo>
                    <a:pt x="911568" y="211328"/>
                  </a:lnTo>
                  <a:lnTo>
                    <a:pt x="942171" y="248481"/>
                  </a:lnTo>
                  <a:lnTo>
                    <a:pt x="976992" y="280901"/>
                  </a:lnTo>
                  <a:lnTo>
                    <a:pt x="1015501" y="308230"/>
                  </a:lnTo>
                  <a:lnTo>
                    <a:pt x="1057165" y="330109"/>
                  </a:lnTo>
                  <a:lnTo>
                    <a:pt x="1101452" y="346180"/>
                  </a:lnTo>
                  <a:lnTo>
                    <a:pt x="1147831" y="356085"/>
                  </a:lnTo>
                  <a:lnTo>
                    <a:pt x="1195770" y="359466"/>
                  </a:lnTo>
                  <a:lnTo>
                    <a:pt x="5344804" y="359466"/>
                  </a:lnTo>
                  <a:lnTo>
                    <a:pt x="5345987" y="362913"/>
                  </a:lnTo>
                  <a:lnTo>
                    <a:pt x="5357040" y="408674"/>
                  </a:lnTo>
                  <a:lnTo>
                    <a:pt x="5363827" y="455953"/>
                  </a:lnTo>
                  <a:lnTo>
                    <a:pt x="5365557" y="492343"/>
                  </a:lnTo>
                  <a:lnTo>
                    <a:pt x="5365602" y="515782"/>
                  </a:lnTo>
                  <a:lnTo>
                    <a:pt x="5363827" y="553126"/>
                  </a:lnTo>
                  <a:lnTo>
                    <a:pt x="5357040" y="600405"/>
                  </a:lnTo>
                  <a:lnTo>
                    <a:pt x="5345987" y="646165"/>
                  </a:lnTo>
                  <a:lnTo>
                    <a:pt x="5344825" y="649552"/>
                  </a:lnTo>
                  <a:lnTo>
                    <a:pt x="1195893" y="649552"/>
                  </a:lnTo>
                  <a:lnTo>
                    <a:pt x="1148551" y="652748"/>
                  </a:lnTo>
                  <a:lnTo>
                    <a:pt x="1102552" y="662165"/>
                  </a:lnTo>
                  <a:lnTo>
                    <a:pt x="1058519" y="677549"/>
                  </a:lnTo>
                  <a:lnTo>
                    <a:pt x="1017076" y="698644"/>
                  </a:lnTo>
                  <a:lnTo>
                    <a:pt x="978845" y="725195"/>
                  </a:lnTo>
                  <a:lnTo>
                    <a:pt x="944448" y="756948"/>
                  </a:lnTo>
                  <a:lnTo>
                    <a:pt x="914510" y="793645"/>
                  </a:lnTo>
                  <a:lnTo>
                    <a:pt x="885463" y="831075"/>
                  </a:lnTo>
                  <a:lnTo>
                    <a:pt x="853090" y="865575"/>
                  </a:lnTo>
                  <a:lnTo>
                    <a:pt x="817629" y="896907"/>
                  </a:lnTo>
                  <a:lnTo>
                    <a:pt x="779318" y="924833"/>
                  </a:lnTo>
                  <a:lnTo>
                    <a:pt x="738393" y="949116"/>
                  </a:lnTo>
                  <a:lnTo>
                    <a:pt x="695092" y="969517"/>
                  </a:lnTo>
                  <a:lnTo>
                    <a:pt x="649654" y="985799"/>
                  </a:lnTo>
                  <a:lnTo>
                    <a:pt x="602315" y="997723"/>
                  </a:lnTo>
                  <a:lnTo>
                    <a:pt x="553313" y="1005052"/>
                  </a:lnTo>
                  <a:lnTo>
                    <a:pt x="529591" y="1006226"/>
                  </a:lnTo>
                  <a:close/>
                </a:path>
                <a:path w="5365750" h="1006475">
                  <a:moveTo>
                    <a:pt x="4913609" y="1006226"/>
                  </a:moveTo>
                  <a:lnTo>
                    <a:pt x="1838101" y="1006226"/>
                  </a:lnTo>
                  <a:lnTo>
                    <a:pt x="1790757" y="999130"/>
                  </a:lnTo>
                  <a:lnTo>
                    <a:pt x="1743215" y="987130"/>
                  </a:lnTo>
                  <a:lnTo>
                    <a:pt x="1697584" y="970746"/>
                  </a:lnTo>
                  <a:lnTo>
                    <a:pt x="1654106" y="950218"/>
                  </a:lnTo>
                  <a:lnTo>
                    <a:pt x="1613020" y="925787"/>
                  </a:lnTo>
                  <a:lnTo>
                    <a:pt x="1574566" y="897692"/>
                  </a:lnTo>
                  <a:lnTo>
                    <a:pt x="1538984" y="866174"/>
                  </a:lnTo>
                  <a:lnTo>
                    <a:pt x="1506515" y="831473"/>
                  </a:lnTo>
                  <a:lnTo>
                    <a:pt x="1477399" y="793829"/>
                  </a:lnTo>
                  <a:lnTo>
                    <a:pt x="1447367" y="756948"/>
                  </a:lnTo>
                  <a:lnTo>
                    <a:pt x="1412997" y="725195"/>
                  </a:lnTo>
                  <a:lnTo>
                    <a:pt x="1374769" y="698644"/>
                  </a:lnTo>
                  <a:lnTo>
                    <a:pt x="1333312" y="677549"/>
                  </a:lnTo>
                  <a:lnTo>
                    <a:pt x="1289259" y="662165"/>
                  </a:lnTo>
                  <a:lnTo>
                    <a:pt x="1243241" y="652748"/>
                  </a:lnTo>
                  <a:lnTo>
                    <a:pt x="1195893" y="649552"/>
                  </a:lnTo>
                  <a:lnTo>
                    <a:pt x="5344825" y="649552"/>
                  </a:lnTo>
                  <a:lnTo>
                    <a:pt x="5330879" y="690197"/>
                  </a:lnTo>
                  <a:lnTo>
                    <a:pt x="5311928" y="732287"/>
                  </a:lnTo>
                  <a:lnTo>
                    <a:pt x="5289344" y="772224"/>
                  </a:lnTo>
                  <a:lnTo>
                    <a:pt x="5263339" y="809798"/>
                  </a:lnTo>
                  <a:lnTo>
                    <a:pt x="5234126" y="844796"/>
                  </a:lnTo>
                  <a:lnTo>
                    <a:pt x="5201914" y="877008"/>
                  </a:lnTo>
                  <a:lnTo>
                    <a:pt x="5166916" y="906222"/>
                  </a:lnTo>
                  <a:lnTo>
                    <a:pt x="5129342" y="932226"/>
                  </a:lnTo>
                  <a:lnTo>
                    <a:pt x="5089404" y="954810"/>
                  </a:lnTo>
                  <a:lnTo>
                    <a:pt x="5047314" y="973761"/>
                  </a:lnTo>
                  <a:lnTo>
                    <a:pt x="5003283" y="988869"/>
                  </a:lnTo>
                  <a:lnTo>
                    <a:pt x="4957523" y="999922"/>
                  </a:lnTo>
                  <a:lnTo>
                    <a:pt x="4913609" y="1006226"/>
                  </a:lnTo>
                  <a:close/>
                </a:path>
              </a:pathLst>
            </a:custGeom>
            <a:solidFill>
              <a:srgbClr val="13975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7803473" y="1148451"/>
              <a:ext cx="776605" cy="776605"/>
            </a:xfrm>
            <a:custGeom>
              <a:avLst/>
              <a:gdLst/>
              <a:ahLst/>
              <a:cxnLst/>
              <a:rect l="l" t="t" r="r" b="b"/>
              <a:pathLst>
                <a:path w="776604" h="776605">
                  <a:moveTo>
                    <a:pt x="388150" y="776301"/>
                  </a:moveTo>
                  <a:lnTo>
                    <a:pt x="340633" y="773381"/>
                  </a:lnTo>
                  <a:lnTo>
                    <a:pt x="293837" y="764668"/>
                  </a:lnTo>
                  <a:lnTo>
                    <a:pt x="248459" y="750292"/>
                  </a:lnTo>
                  <a:lnTo>
                    <a:pt x="205177" y="730468"/>
                  </a:lnTo>
                  <a:lnTo>
                    <a:pt x="164647" y="705494"/>
                  </a:lnTo>
                  <a:lnTo>
                    <a:pt x="127484" y="675750"/>
                  </a:lnTo>
                  <a:lnTo>
                    <a:pt x="94241" y="641682"/>
                  </a:lnTo>
                  <a:lnTo>
                    <a:pt x="65415" y="603795"/>
                  </a:lnTo>
                  <a:lnTo>
                    <a:pt x="41443" y="562664"/>
                  </a:lnTo>
                  <a:lnTo>
                    <a:pt x="22689" y="518914"/>
                  </a:lnTo>
                  <a:lnTo>
                    <a:pt x="9431" y="473197"/>
                  </a:lnTo>
                  <a:lnTo>
                    <a:pt x="1869" y="426195"/>
                  </a:lnTo>
                  <a:lnTo>
                    <a:pt x="0" y="388150"/>
                  </a:lnTo>
                  <a:lnTo>
                    <a:pt x="116" y="378621"/>
                  </a:lnTo>
                  <a:lnTo>
                    <a:pt x="4200" y="331196"/>
                  </a:lnTo>
                  <a:lnTo>
                    <a:pt x="14059" y="284628"/>
                  </a:lnTo>
                  <a:lnTo>
                    <a:pt x="29546" y="239611"/>
                  </a:lnTo>
                  <a:lnTo>
                    <a:pt x="50427" y="196829"/>
                  </a:lnTo>
                  <a:lnTo>
                    <a:pt x="76384" y="156929"/>
                  </a:lnTo>
                  <a:lnTo>
                    <a:pt x="107031" y="120506"/>
                  </a:lnTo>
                  <a:lnTo>
                    <a:pt x="141910" y="88106"/>
                  </a:lnTo>
                  <a:lnTo>
                    <a:pt x="180493" y="60218"/>
                  </a:lnTo>
                  <a:lnTo>
                    <a:pt x="222194" y="37266"/>
                  </a:lnTo>
                  <a:lnTo>
                    <a:pt x="266391" y="19591"/>
                  </a:lnTo>
                  <a:lnTo>
                    <a:pt x="312426" y="7458"/>
                  </a:lnTo>
                  <a:lnTo>
                    <a:pt x="359599" y="1051"/>
                  </a:lnTo>
                  <a:lnTo>
                    <a:pt x="388150" y="0"/>
                  </a:lnTo>
                  <a:lnTo>
                    <a:pt x="397679" y="116"/>
                  </a:lnTo>
                  <a:lnTo>
                    <a:pt x="445104" y="4201"/>
                  </a:lnTo>
                  <a:lnTo>
                    <a:pt x="491672" y="14059"/>
                  </a:lnTo>
                  <a:lnTo>
                    <a:pt x="536689" y="29546"/>
                  </a:lnTo>
                  <a:lnTo>
                    <a:pt x="579471" y="50427"/>
                  </a:lnTo>
                  <a:lnTo>
                    <a:pt x="619371" y="76384"/>
                  </a:lnTo>
                  <a:lnTo>
                    <a:pt x="655794" y="107031"/>
                  </a:lnTo>
                  <a:lnTo>
                    <a:pt x="688195" y="141910"/>
                  </a:lnTo>
                  <a:lnTo>
                    <a:pt x="716082" y="180493"/>
                  </a:lnTo>
                  <a:lnTo>
                    <a:pt x="739034" y="222194"/>
                  </a:lnTo>
                  <a:lnTo>
                    <a:pt x="756709" y="266391"/>
                  </a:lnTo>
                  <a:lnTo>
                    <a:pt x="768842" y="312425"/>
                  </a:lnTo>
                  <a:lnTo>
                    <a:pt x="775249" y="359599"/>
                  </a:lnTo>
                  <a:lnTo>
                    <a:pt x="776301" y="388150"/>
                  </a:lnTo>
                  <a:lnTo>
                    <a:pt x="776184" y="397679"/>
                  </a:lnTo>
                  <a:lnTo>
                    <a:pt x="772100" y="445103"/>
                  </a:lnTo>
                  <a:lnTo>
                    <a:pt x="762241" y="491672"/>
                  </a:lnTo>
                  <a:lnTo>
                    <a:pt x="746754" y="536688"/>
                  </a:lnTo>
                  <a:lnTo>
                    <a:pt x="725874" y="579471"/>
                  </a:lnTo>
                  <a:lnTo>
                    <a:pt x="699916" y="619371"/>
                  </a:lnTo>
                  <a:lnTo>
                    <a:pt x="669269" y="655793"/>
                  </a:lnTo>
                  <a:lnTo>
                    <a:pt x="634390" y="688194"/>
                  </a:lnTo>
                  <a:lnTo>
                    <a:pt x="595807" y="716081"/>
                  </a:lnTo>
                  <a:lnTo>
                    <a:pt x="554106" y="739034"/>
                  </a:lnTo>
                  <a:lnTo>
                    <a:pt x="509909" y="756709"/>
                  </a:lnTo>
                  <a:lnTo>
                    <a:pt x="463874" y="768842"/>
                  </a:lnTo>
                  <a:lnTo>
                    <a:pt x="416701" y="775249"/>
                  </a:lnTo>
                  <a:lnTo>
                    <a:pt x="388150" y="776301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11925593" y="1032123"/>
              <a:ext cx="2800350" cy="1006475"/>
            </a:xfrm>
            <a:custGeom>
              <a:avLst/>
              <a:gdLst/>
              <a:ahLst/>
              <a:cxnLst/>
              <a:rect l="l" t="t" r="r" b="b"/>
              <a:pathLst>
                <a:path w="2800350" h="1006475">
                  <a:moveTo>
                    <a:pt x="2347873" y="1006226"/>
                  </a:moveTo>
                  <a:lnTo>
                    <a:pt x="0" y="1006226"/>
                  </a:lnTo>
                  <a:lnTo>
                    <a:pt x="0" y="0"/>
                  </a:lnTo>
                  <a:lnTo>
                    <a:pt x="2294646" y="0"/>
                  </a:lnTo>
                  <a:lnTo>
                    <a:pt x="2344507" y="2369"/>
                  </a:lnTo>
                  <a:lnTo>
                    <a:pt x="2391787" y="9156"/>
                  </a:lnTo>
                  <a:lnTo>
                    <a:pt x="2437547" y="20209"/>
                  </a:lnTo>
                  <a:lnTo>
                    <a:pt x="2481578" y="35318"/>
                  </a:lnTo>
                  <a:lnTo>
                    <a:pt x="2523668" y="54269"/>
                  </a:lnTo>
                  <a:lnTo>
                    <a:pt x="2563606" y="76853"/>
                  </a:lnTo>
                  <a:lnTo>
                    <a:pt x="2601180" y="102857"/>
                  </a:lnTo>
                  <a:lnTo>
                    <a:pt x="2636178" y="132071"/>
                  </a:lnTo>
                  <a:lnTo>
                    <a:pt x="2668390" y="164283"/>
                  </a:lnTo>
                  <a:lnTo>
                    <a:pt x="2697604" y="199281"/>
                  </a:lnTo>
                  <a:lnTo>
                    <a:pt x="2723608" y="236855"/>
                  </a:lnTo>
                  <a:lnTo>
                    <a:pt x="2746192" y="276792"/>
                  </a:lnTo>
                  <a:lnTo>
                    <a:pt x="2765143" y="318882"/>
                  </a:lnTo>
                  <a:lnTo>
                    <a:pt x="2780251" y="362913"/>
                  </a:lnTo>
                  <a:lnTo>
                    <a:pt x="2791304" y="408674"/>
                  </a:lnTo>
                  <a:lnTo>
                    <a:pt x="2798091" y="455953"/>
                  </a:lnTo>
                  <a:lnTo>
                    <a:pt x="2799866" y="493300"/>
                  </a:lnTo>
                  <a:lnTo>
                    <a:pt x="2799866" y="515778"/>
                  </a:lnTo>
                  <a:lnTo>
                    <a:pt x="2791304" y="600405"/>
                  </a:lnTo>
                  <a:lnTo>
                    <a:pt x="2780251" y="646165"/>
                  </a:lnTo>
                  <a:lnTo>
                    <a:pt x="2765143" y="690197"/>
                  </a:lnTo>
                  <a:lnTo>
                    <a:pt x="2746192" y="732287"/>
                  </a:lnTo>
                  <a:lnTo>
                    <a:pt x="2723608" y="772224"/>
                  </a:lnTo>
                  <a:lnTo>
                    <a:pt x="2697604" y="809798"/>
                  </a:lnTo>
                  <a:lnTo>
                    <a:pt x="2668390" y="844796"/>
                  </a:lnTo>
                  <a:lnTo>
                    <a:pt x="2636178" y="877008"/>
                  </a:lnTo>
                  <a:lnTo>
                    <a:pt x="2601180" y="906222"/>
                  </a:lnTo>
                  <a:lnTo>
                    <a:pt x="2563606" y="932226"/>
                  </a:lnTo>
                  <a:lnTo>
                    <a:pt x="2523668" y="954810"/>
                  </a:lnTo>
                  <a:lnTo>
                    <a:pt x="2481578" y="973761"/>
                  </a:lnTo>
                  <a:lnTo>
                    <a:pt x="2437547" y="988869"/>
                  </a:lnTo>
                  <a:lnTo>
                    <a:pt x="2391787" y="999922"/>
                  </a:lnTo>
                  <a:lnTo>
                    <a:pt x="2347873" y="1006226"/>
                  </a:lnTo>
                  <a:close/>
                </a:path>
              </a:pathLst>
            </a:custGeom>
            <a:solidFill>
              <a:srgbClr val="13975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1" name="object 11"/>
          <p:cNvGrpSpPr/>
          <p:nvPr/>
        </p:nvGrpSpPr>
        <p:grpSpPr>
          <a:xfrm>
            <a:off x="0" y="9406509"/>
            <a:ext cx="1577340" cy="880744"/>
            <a:chOff x="0" y="9406509"/>
            <a:chExt cx="1577340" cy="880744"/>
          </a:xfrm>
        </p:grpSpPr>
        <p:sp>
          <p:nvSpPr>
            <p:cNvPr id="12" name="object 12"/>
            <p:cNvSpPr/>
            <p:nvPr/>
          </p:nvSpPr>
          <p:spPr>
            <a:xfrm>
              <a:off x="0" y="9874500"/>
              <a:ext cx="1577340" cy="412750"/>
            </a:xfrm>
            <a:custGeom>
              <a:avLst/>
              <a:gdLst/>
              <a:ahLst/>
              <a:cxnLst/>
              <a:rect l="l" t="t" r="r" b="b"/>
              <a:pathLst>
                <a:path w="1577340" h="412750">
                  <a:moveTo>
                    <a:pt x="1577051" y="412499"/>
                  </a:moveTo>
                  <a:lnTo>
                    <a:pt x="100109" y="412499"/>
                  </a:lnTo>
                  <a:lnTo>
                    <a:pt x="0" y="269530"/>
                  </a:lnTo>
                  <a:lnTo>
                    <a:pt x="0" y="0"/>
                  </a:lnTo>
                  <a:lnTo>
                    <a:pt x="1288217" y="0"/>
                  </a:lnTo>
                  <a:lnTo>
                    <a:pt x="1577051" y="412499"/>
                  </a:lnTo>
                  <a:close/>
                </a:path>
              </a:pathLst>
            </a:custGeom>
            <a:solidFill>
              <a:srgbClr val="13975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0" y="9406509"/>
              <a:ext cx="929005" cy="880744"/>
            </a:xfrm>
            <a:custGeom>
              <a:avLst/>
              <a:gdLst/>
              <a:ahLst/>
              <a:cxnLst/>
              <a:rect l="l" t="t" r="r" b="b"/>
              <a:pathLst>
                <a:path w="929005" h="880745">
                  <a:moveTo>
                    <a:pt x="928676" y="880490"/>
                  </a:moveTo>
                  <a:lnTo>
                    <a:pt x="0" y="880490"/>
                  </a:lnTo>
                  <a:lnTo>
                    <a:pt x="0" y="0"/>
                  </a:lnTo>
                  <a:lnTo>
                    <a:pt x="312158" y="0"/>
                  </a:lnTo>
                  <a:lnTo>
                    <a:pt x="928676" y="880490"/>
                  </a:lnTo>
                  <a:close/>
                </a:path>
              </a:pathLst>
            </a:custGeom>
            <a:solidFill>
              <a:srgbClr val="0F6B3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4" name="object 14"/>
          <p:cNvGrpSpPr/>
          <p:nvPr/>
        </p:nvGrpSpPr>
        <p:grpSpPr>
          <a:xfrm>
            <a:off x="16460058" y="0"/>
            <a:ext cx="1828164" cy="851535"/>
            <a:chOff x="16460058" y="0"/>
            <a:chExt cx="1828164" cy="851535"/>
          </a:xfrm>
        </p:grpSpPr>
        <p:sp>
          <p:nvSpPr>
            <p:cNvPr id="15" name="object 15"/>
            <p:cNvSpPr/>
            <p:nvPr/>
          </p:nvSpPr>
          <p:spPr>
            <a:xfrm>
              <a:off x="16460058" y="0"/>
              <a:ext cx="1779905" cy="851535"/>
            </a:xfrm>
            <a:custGeom>
              <a:avLst/>
              <a:gdLst/>
              <a:ahLst/>
              <a:cxnLst/>
              <a:rect l="l" t="t" r="r" b="b"/>
              <a:pathLst>
                <a:path w="1779905" h="851535">
                  <a:moveTo>
                    <a:pt x="889712" y="851380"/>
                  </a:moveTo>
                  <a:lnTo>
                    <a:pt x="854999" y="844675"/>
                  </a:lnTo>
                  <a:lnTo>
                    <a:pt x="824598" y="824561"/>
                  </a:lnTo>
                  <a:lnTo>
                    <a:pt x="0" y="0"/>
                  </a:lnTo>
                  <a:lnTo>
                    <a:pt x="1779403" y="0"/>
                  </a:lnTo>
                  <a:lnTo>
                    <a:pt x="954955" y="824561"/>
                  </a:lnTo>
                  <a:lnTo>
                    <a:pt x="924456" y="844675"/>
                  </a:lnTo>
                  <a:lnTo>
                    <a:pt x="889712" y="851380"/>
                  </a:lnTo>
                  <a:close/>
                </a:path>
              </a:pathLst>
            </a:custGeom>
            <a:solidFill>
              <a:srgbClr val="01673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17416523" y="5455"/>
              <a:ext cx="871855" cy="820419"/>
            </a:xfrm>
            <a:custGeom>
              <a:avLst/>
              <a:gdLst/>
              <a:ahLst/>
              <a:cxnLst/>
              <a:rect l="l" t="t" r="r" b="b"/>
              <a:pathLst>
                <a:path w="871855" h="820419">
                  <a:moveTo>
                    <a:pt x="871476" y="54394"/>
                  </a:moveTo>
                  <a:lnTo>
                    <a:pt x="54351" y="54394"/>
                  </a:lnTo>
                  <a:lnTo>
                    <a:pt x="0" y="0"/>
                  </a:lnTo>
                  <a:lnTo>
                    <a:pt x="871476" y="0"/>
                  </a:lnTo>
                  <a:lnTo>
                    <a:pt x="871476" y="54394"/>
                  </a:lnTo>
                  <a:close/>
                </a:path>
                <a:path w="871855" h="820419">
                  <a:moveTo>
                    <a:pt x="871476" y="163829"/>
                  </a:moveTo>
                  <a:lnTo>
                    <a:pt x="163786" y="163829"/>
                  </a:lnTo>
                  <a:lnTo>
                    <a:pt x="109392" y="109435"/>
                  </a:lnTo>
                  <a:lnTo>
                    <a:pt x="871476" y="109435"/>
                  </a:lnTo>
                  <a:lnTo>
                    <a:pt x="871476" y="163829"/>
                  </a:lnTo>
                  <a:close/>
                </a:path>
                <a:path w="871855" h="820419">
                  <a:moveTo>
                    <a:pt x="871476" y="273135"/>
                  </a:moveTo>
                  <a:lnTo>
                    <a:pt x="273092" y="273135"/>
                  </a:lnTo>
                  <a:lnTo>
                    <a:pt x="218698" y="218741"/>
                  </a:lnTo>
                  <a:lnTo>
                    <a:pt x="871476" y="218741"/>
                  </a:lnTo>
                  <a:lnTo>
                    <a:pt x="871476" y="273135"/>
                  </a:lnTo>
                  <a:close/>
                </a:path>
                <a:path w="871855" h="820419">
                  <a:moveTo>
                    <a:pt x="871476" y="382398"/>
                  </a:moveTo>
                  <a:lnTo>
                    <a:pt x="382399" y="382398"/>
                  </a:lnTo>
                  <a:lnTo>
                    <a:pt x="328004" y="328177"/>
                  </a:lnTo>
                  <a:lnTo>
                    <a:pt x="871476" y="328177"/>
                  </a:lnTo>
                  <a:lnTo>
                    <a:pt x="871476" y="382398"/>
                  </a:lnTo>
                  <a:close/>
                </a:path>
                <a:path w="871855" h="820419">
                  <a:moveTo>
                    <a:pt x="871476" y="491877"/>
                  </a:moveTo>
                  <a:lnTo>
                    <a:pt x="491877" y="491877"/>
                  </a:lnTo>
                  <a:lnTo>
                    <a:pt x="437483" y="437483"/>
                  </a:lnTo>
                  <a:lnTo>
                    <a:pt x="871476" y="437483"/>
                  </a:lnTo>
                  <a:lnTo>
                    <a:pt x="871476" y="491877"/>
                  </a:lnTo>
                  <a:close/>
                </a:path>
                <a:path w="871855" h="820419">
                  <a:moveTo>
                    <a:pt x="871476" y="601183"/>
                  </a:moveTo>
                  <a:lnTo>
                    <a:pt x="601140" y="601183"/>
                  </a:lnTo>
                  <a:lnTo>
                    <a:pt x="546746" y="546789"/>
                  </a:lnTo>
                  <a:lnTo>
                    <a:pt x="871476" y="546789"/>
                  </a:lnTo>
                  <a:lnTo>
                    <a:pt x="871476" y="601183"/>
                  </a:lnTo>
                  <a:close/>
                </a:path>
                <a:path w="871855" h="820419">
                  <a:moveTo>
                    <a:pt x="871476" y="710619"/>
                  </a:moveTo>
                  <a:lnTo>
                    <a:pt x="710446" y="710619"/>
                  </a:lnTo>
                  <a:lnTo>
                    <a:pt x="656052" y="656225"/>
                  </a:lnTo>
                  <a:lnTo>
                    <a:pt x="871476" y="656225"/>
                  </a:lnTo>
                  <a:lnTo>
                    <a:pt x="871476" y="710619"/>
                  </a:lnTo>
                  <a:close/>
                </a:path>
                <a:path w="871855" h="820419">
                  <a:moveTo>
                    <a:pt x="871476" y="819925"/>
                  </a:moveTo>
                  <a:lnTo>
                    <a:pt x="819925" y="819925"/>
                  </a:lnTo>
                  <a:lnTo>
                    <a:pt x="765531" y="765531"/>
                  </a:lnTo>
                  <a:lnTo>
                    <a:pt x="871476" y="765531"/>
                  </a:lnTo>
                  <a:lnTo>
                    <a:pt x="871476" y="819925"/>
                  </a:lnTo>
                  <a:close/>
                </a:path>
              </a:pathLst>
            </a:custGeom>
            <a:solidFill>
              <a:srgbClr val="13975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/>
          <p:nvPr/>
        </p:nvSpPr>
        <p:spPr>
          <a:xfrm>
            <a:off x="1934848" y="8277074"/>
            <a:ext cx="1243584" cy="823715"/>
          </a:xfrm>
          <a:custGeom>
            <a:avLst/>
            <a:gdLst/>
            <a:ahLst/>
            <a:cxnLst/>
            <a:rect l="l" t="t" r="r" b="b"/>
            <a:pathLst>
              <a:path w="676909" h="701039">
                <a:moveTo>
                  <a:pt x="627957" y="504654"/>
                </a:moveTo>
                <a:lnTo>
                  <a:pt x="336641" y="504654"/>
                </a:lnTo>
                <a:lnTo>
                  <a:pt x="336641" y="355051"/>
                </a:lnTo>
                <a:lnTo>
                  <a:pt x="52" y="169445"/>
                </a:lnTo>
                <a:lnTo>
                  <a:pt x="0" y="0"/>
                </a:lnTo>
                <a:lnTo>
                  <a:pt x="336641" y="185636"/>
                </a:lnTo>
                <a:lnTo>
                  <a:pt x="627951" y="185636"/>
                </a:lnTo>
                <a:lnTo>
                  <a:pt x="650975" y="198332"/>
                </a:lnTo>
                <a:lnTo>
                  <a:pt x="343757" y="198332"/>
                </a:lnTo>
                <a:lnTo>
                  <a:pt x="343757" y="347935"/>
                </a:lnTo>
                <a:lnTo>
                  <a:pt x="627957" y="504654"/>
                </a:lnTo>
                <a:close/>
              </a:path>
              <a:path w="676909" h="701039">
                <a:moveTo>
                  <a:pt x="627951" y="185636"/>
                </a:moveTo>
                <a:lnTo>
                  <a:pt x="336641" y="185636"/>
                </a:lnTo>
                <a:lnTo>
                  <a:pt x="336641" y="24997"/>
                </a:lnTo>
                <a:lnTo>
                  <a:pt x="627951" y="185636"/>
                </a:lnTo>
                <a:close/>
              </a:path>
              <a:path w="676909" h="701039">
                <a:moveTo>
                  <a:pt x="676327" y="381728"/>
                </a:moveTo>
                <a:lnTo>
                  <a:pt x="343757" y="198332"/>
                </a:lnTo>
                <a:lnTo>
                  <a:pt x="650975" y="198332"/>
                </a:lnTo>
                <a:lnTo>
                  <a:pt x="676327" y="212313"/>
                </a:lnTo>
                <a:lnTo>
                  <a:pt x="676327" y="381728"/>
                </a:lnTo>
                <a:close/>
              </a:path>
              <a:path w="676909" h="701039">
                <a:moveTo>
                  <a:pt x="343757" y="677989"/>
                </a:moveTo>
                <a:lnTo>
                  <a:pt x="52" y="488460"/>
                </a:lnTo>
                <a:lnTo>
                  <a:pt x="52" y="319045"/>
                </a:lnTo>
                <a:lnTo>
                  <a:pt x="336641" y="504654"/>
                </a:lnTo>
                <a:lnTo>
                  <a:pt x="627957" y="504654"/>
                </a:lnTo>
                <a:lnTo>
                  <a:pt x="650981" y="517350"/>
                </a:lnTo>
                <a:lnTo>
                  <a:pt x="343757" y="517350"/>
                </a:lnTo>
                <a:lnTo>
                  <a:pt x="343757" y="677989"/>
                </a:lnTo>
                <a:close/>
              </a:path>
              <a:path w="676909" h="701039">
                <a:moveTo>
                  <a:pt x="676327" y="700742"/>
                </a:moveTo>
                <a:lnTo>
                  <a:pt x="343757" y="517350"/>
                </a:lnTo>
                <a:lnTo>
                  <a:pt x="650981" y="517350"/>
                </a:lnTo>
                <a:lnTo>
                  <a:pt x="676327" y="531327"/>
                </a:lnTo>
                <a:lnTo>
                  <a:pt x="676327" y="700742"/>
                </a:lnTo>
                <a:close/>
              </a:path>
            </a:pathLst>
          </a:custGeom>
          <a:solidFill>
            <a:srgbClr val="01673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 txBox="1">
            <a:spLocks noGrp="1"/>
          </p:cNvSpPr>
          <p:nvPr>
            <p:ph type="title"/>
          </p:nvPr>
        </p:nvSpPr>
        <p:spPr>
          <a:xfrm>
            <a:off x="8587992" y="904432"/>
            <a:ext cx="8229045" cy="756617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lang="en-US" sz="2400" spc="-35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Earth has 1.4 billion cubic kilometers of water, but 97% is salty and not usable for drinking or farming.</a:t>
            </a:r>
            <a:endParaRPr sz="2400" spc="-1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6351492" y="966628"/>
            <a:ext cx="838200" cy="694421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4400" b="1" spc="-170" dirty="0">
                <a:solidFill>
                  <a:schemeClr val="accent3">
                    <a:lumMod val="50000"/>
                  </a:schemeClr>
                </a:solidFill>
                <a:latin typeface="Tahoma"/>
                <a:cs typeface="Tahoma"/>
              </a:rPr>
              <a:t>01</a:t>
            </a:r>
            <a:endParaRPr sz="4400" dirty="0">
              <a:solidFill>
                <a:schemeClr val="accent3">
                  <a:lumMod val="50000"/>
                </a:schemeClr>
              </a:solidFill>
              <a:latin typeface="Tahoma"/>
              <a:cs typeface="Tahoma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10838566" y="3338616"/>
            <a:ext cx="3664585" cy="534670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sz="3300" spc="-35" dirty="0">
                <a:solidFill>
                  <a:srgbClr val="FFFFFF"/>
                </a:solidFill>
                <a:latin typeface="Verdana"/>
                <a:cs typeface="Verdana"/>
              </a:rPr>
              <a:t>Company</a:t>
            </a:r>
            <a:r>
              <a:rPr sz="3300" spc="-24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3300" spc="-10" dirty="0">
                <a:solidFill>
                  <a:srgbClr val="FFFFFF"/>
                </a:solidFill>
                <a:latin typeface="Verdana"/>
                <a:cs typeface="Verdana"/>
              </a:rPr>
              <a:t>Mission</a:t>
            </a:r>
            <a:endParaRPr sz="3300" dirty="0">
              <a:latin typeface="Verdana"/>
              <a:cs typeface="Verdana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-778053" y="2974642"/>
            <a:ext cx="8296529" cy="2515753"/>
          </a:xfrm>
          <a:prstGeom prst="rect">
            <a:avLst/>
          </a:prstGeom>
        </p:spPr>
        <p:txBody>
          <a:bodyPr vert="horz" wrap="square" lIns="0" tIns="43815" rIns="0" bIns="0" rtlCol="0">
            <a:spAutoFit/>
          </a:bodyPr>
          <a:lstStyle/>
          <a:p>
            <a:pPr marL="12700" marR="641350" algn="ctr">
              <a:lnSpc>
                <a:spcPts val="10200"/>
              </a:lnSpc>
              <a:spcBef>
                <a:spcPts val="345"/>
              </a:spcBef>
            </a:pPr>
            <a:r>
              <a:rPr lang="en-US" sz="5400" spc="-265" dirty="0">
                <a:solidFill>
                  <a:srgbClr val="0F6B3C"/>
                </a:solidFill>
                <a:latin typeface="Arial Black" panose="020B0A04020102020204" pitchFamily="34" charset="0"/>
                <a:cs typeface="Tahoma"/>
              </a:rPr>
              <a:t>PROBLEM STATEMENT</a:t>
            </a:r>
            <a:endParaRPr sz="5400" dirty="0">
              <a:latin typeface="Arial Black" panose="020B0A04020102020204" pitchFamily="34" charset="0"/>
              <a:cs typeface="Tahoma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8640445" y="2296899"/>
            <a:ext cx="8085455" cy="208343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21700"/>
              </a:lnSpc>
              <a:spcBef>
                <a:spcPts val="95"/>
              </a:spcBef>
            </a:pPr>
            <a:r>
              <a:rPr sz="1850" spc="-60" dirty="0">
                <a:solidFill>
                  <a:srgbClr val="FFFFFF"/>
                </a:solidFill>
                <a:latin typeface="Verdana"/>
                <a:cs typeface="Verdana"/>
              </a:rPr>
              <a:t>Lorem</a:t>
            </a:r>
            <a:r>
              <a:rPr sz="1850" spc="-11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50" spc="-55" dirty="0">
                <a:solidFill>
                  <a:srgbClr val="FFFFFF"/>
                </a:solidFill>
                <a:latin typeface="Verdana"/>
                <a:cs typeface="Verdana"/>
              </a:rPr>
              <a:t>ipsum</a:t>
            </a:r>
            <a:r>
              <a:rPr sz="1850" spc="-11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50" spc="-20" dirty="0">
                <a:solidFill>
                  <a:srgbClr val="FFFFFF"/>
                </a:solidFill>
                <a:latin typeface="Verdana"/>
                <a:cs typeface="Verdana"/>
              </a:rPr>
              <a:t>dolor</a:t>
            </a:r>
            <a:r>
              <a:rPr sz="1850" spc="-10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50" spc="-40" dirty="0">
                <a:solidFill>
                  <a:srgbClr val="FFFFFF"/>
                </a:solidFill>
                <a:latin typeface="Verdana"/>
                <a:cs typeface="Verdana"/>
              </a:rPr>
              <a:t>sit</a:t>
            </a:r>
            <a:r>
              <a:rPr sz="1850" spc="-11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50" spc="-85" dirty="0">
                <a:solidFill>
                  <a:srgbClr val="FFFFFF"/>
                </a:solidFill>
                <a:latin typeface="Verdana"/>
                <a:cs typeface="Verdana"/>
              </a:rPr>
              <a:t>amet,</a:t>
            </a:r>
            <a:r>
              <a:rPr sz="1850" spc="-10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50" spc="-10" dirty="0">
                <a:solidFill>
                  <a:srgbClr val="FFFFFF"/>
                </a:solidFill>
                <a:latin typeface="Verdana"/>
                <a:cs typeface="Verdana"/>
              </a:rPr>
              <a:t>consectetur</a:t>
            </a:r>
            <a:r>
              <a:rPr sz="1850" spc="-11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50" spc="-25" dirty="0">
                <a:solidFill>
                  <a:srgbClr val="FFFFFF"/>
                </a:solidFill>
                <a:latin typeface="Verdana"/>
                <a:cs typeface="Verdana"/>
              </a:rPr>
              <a:t>adipiscing</a:t>
            </a:r>
            <a:r>
              <a:rPr sz="1850" spc="-11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50" spc="-80" dirty="0">
                <a:solidFill>
                  <a:srgbClr val="FFFFFF"/>
                </a:solidFill>
                <a:latin typeface="Verdana"/>
                <a:cs typeface="Verdana"/>
              </a:rPr>
              <a:t>elit.</a:t>
            </a:r>
            <a:r>
              <a:rPr sz="1850" spc="-10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50" spc="-10" dirty="0">
                <a:solidFill>
                  <a:srgbClr val="FFFFFF"/>
                </a:solidFill>
                <a:latin typeface="Verdana"/>
                <a:cs typeface="Verdana"/>
              </a:rPr>
              <a:t>Pellentesque </a:t>
            </a:r>
            <a:r>
              <a:rPr sz="1850" spc="-70" dirty="0">
                <a:solidFill>
                  <a:srgbClr val="FFFFFF"/>
                </a:solidFill>
                <a:latin typeface="Verdana"/>
                <a:cs typeface="Verdana"/>
              </a:rPr>
              <a:t>finibus,</a:t>
            </a:r>
            <a:r>
              <a:rPr sz="1850" spc="-8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50" spc="-50" dirty="0">
                <a:solidFill>
                  <a:srgbClr val="FFFFFF"/>
                </a:solidFill>
                <a:latin typeface="Verdana"/>
                <a:cs typeface="Verdana"/>
              </a:rPr>
              <a:t>metus</a:t>
            </a:r>
            <a:r>
              <a:rPr sz="1850" spc="-8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50" dirty="0">
                <a:solidFill>
                  <a:srgbClr val="FFFFFF"/>
                </a:solidFill>
                <a:latin typeface="Verdana"/>
                <a:cs typeface="Verdana"/>
              </a:rPr>
              <a:t>sed</a:t>
            </a:r>
            <a:r>
              <a:rPr sz="1850" spc="-8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50" spc="-60" dirty="0">
                <a:solidFill>
                  <a:srgbClr val="FFFFFF"/>
                </a:solidFill>
                <a:latin typeface="Verdana"/>
                <a:cs typeface="Verdana"/>
              </a:rPr>
              <a:t>condimentum</a:t>
            </a:r>
            <a:r>
              <a:rPr sz="1850" spc="-8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50" spc="-65" dirty="0">
                <a:solidFill>
                  <a:srgbClr val="FFFFFF"/>
                </a:solidFill>
                <a:latin typeface="Verdana"/>
                <a:cs typeface="Verdana"/>
              </a:rPr>
              <a:t>imperdiet,</a:t>
            </a:r>
            <a:r>
              <a:rPr sz="1850" spc="-8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50" dirty="0">
                <a:solidFill>
                  <a:srgbClr val="FFFFFF"/>
                </a:solidFill>
                <a:latin typeface="Verdana"/>
                <a:cs typeface="Verdana"/>
              </a:rPr>
              <a:t>lacus</a:t>
            </a:r>
            <a:r>
              <a:rPr sz="1850" spc="-8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50" spc="-60" dirty="0">
                <a:solidFill>
                  <a:srgbClr val="FFFFFF"/>
                </a:solidFill>
                <a:latin typeface="Verdana"/>
                <a:cs typeface="Verdana"/>
              </a:rPr>
              <a:t>lorem</a:t>
            </a:r>
            <a:r>
              <a:rPr sz="1850" spc="-8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50" spc="-10" dirty="0">
                <a:solidFill>
                  <a:srgbClr val="FFFFFF"/>
                </a:solidFill>
                <a:latin typeface="Verdana"/>
                <a:cs typeface="Verdana"/>
              </a:rPr>
              <a:t>elementum </a:t>
            </a:r>
            <a:r>
              <a:rPr sz="1850" spc="-85" dirty="0">
                <a:solidFill>
                  <a:srgbClr val="FFFFFF"/>
                </a:solidFill>
                <a:latin typeface="Verdana"/>
                <a:cs typeface="Verdana"/>
              </a:rPr>
              <a:t>nulla,</a:t>
            </a:r>
            <a:r>
              <a:rPr sz="1850" spc="-11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50" spc="-10" dirty="0">
                <a:solidFill>
                  <a:srgbClr val="FFFFFF"/>
                </a:solidFill>
                <a:latin typeface="Verdana"/>
                <a:cs typeface="Verdana"/>
              </a:rPr>
              <a:t>et</a:t>
            </a:r>
            <a:r>
              <a:rPr sz="1850" spc="-10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50" spc="-50" dirty="0">
                <a:solidFill>
                  <a:srgbClr val="FFFFFF"/>
                </a:solidFill>
                <a:latin typeface="Verdana"/>
                <a:cs typeface="Verdana"/>
              </a:rPr>
              <a:t>blandit</a:t>
            </a:r>
            <a:r>
              <a:rPr sz="1850" spc="-11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50" spc="-10" dirty="0">
                <a:solidFill>
                  <a:srgbClr val="FFFFFF"/>
                </a:solidFill>
                <a:latin typeface="Verdana"/>
                <a:cs typeface="Verdana"/>
              </a:rPr>
              <a:t>sem</a:t>
            </a:r>
            <a:r>
              <a:rPr sz="1850" spc="-10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50" spc="-55" dirty="0">
                <a:solidFill>
                  <a:srgbClr val="FFFFFF"/>
                </a:solidFill>
                <a:latin typeface="Verdana"/>
                <a:cs typeface="Verdana"/>
              </a:rPr>
              <a:t>erat</a:t>
            </a:r>
            <a:r>
              <a:rPr sz="1850" spc="-11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50" spc="-60" dirty="0">
                <a:solidFill>
                  <a:srgbClr val="FFFFFF"/>
                </a:solidFill>
                <a:latin typeface="Verdana"/>
                <a:cs typeface="Verdana"/>
              </a:rPr>
              <a:t>a</a:t>
            </a:r>
            <a:r>
              <a:rPr sz="1850" spc="-10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50" spc="-114" dirty="0">
                <a:solidFill>
                  <a:srgbClr val="FFFFFF"/>
                </a:solidFill>
                <a:latin typeface="Verdana"/>
                <a:cs typeface="Verdana"/>
              </a:rPr>
              <a:t>nibh.</a:t>
            </a:r>
            <a:r>
              <a:rPr sz="1850" spc="-11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50" spc="-85" dirty="0">
                <a:solidFill>
                  <a:srgbClr val="FFFFFF"/>
                </a:solidFill>
                <a:latin typeface="Verdana"/>
                <a:cs typeface="Verdana"/>
              </a:rPr>
              <a:t>Integer</a:t>
            </a:r>
            <a:r>
              <a:rPr sz="1850" spc="-10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50" dirty="0">
                <a:solidFill>
                  <a:srgbClr val="FFFFFF"/>
                </a:solidFill>
                <a:latin typeface="Verdana"/>
                <a:cs typeface="Verdana"/>
              </a:rPr>
              <a:t>egestas</a:t>
            </a:r>
            <a:r>
              <a:rPr sz="1850" spc="-11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50" dirty="0">
                <a:solidFill>
                  <a:srgbClr val="FFFFFF"/>
                </a:solidFill>
                <a:latin typeface="Verdana"/>
                <a:cs typeface="Verdana"/>
              </a:rPr>
              <a:t>leo</a:t>
            </a:r>
            <a:r>
              <a:rPr sz="1850" spc="-10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50" spc="-45" dirty="0">
                <a:solidFill>
                  <a:srgbClr val="FFFFFF"/>
                </a:solidFill>
                <a:latin typeface="Verdana"/>
                <a:cs typeface="Verdana"/>
              </a:rPr>
              <a:t>vel</a:t>
            </a:r>
            <a:r>
              <a:rPr sz="1850" spc="-11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50" spc="-50" dirty="0">
                <a:solidFill>
                  <a:srgbClr val="FFFFFF"/>
                </a:solidFill>
                <a:latin typeface="Verdana"/>
                <a:cs typeface="Verdana"/>
              </a:rPr>
              <a:t>porttitor</a:t>
            </a:r>
            <a:r>
              <a:rPr sz="1850" spc="-10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50" spc="-40" dirty="0">
                <a:solidFill>
                  <a:srgbClr val="FFFFFF"/>
                </a:solidFill>
                <a:latin typeface="Verdana"/>
                <a:cs typeface="Verdana"/>
              </a:rPr>
              <a:t>varius. </a:t>
            </a:r>
            <a:r>
              <a:rPr sz="1850" dirty="0">
                <a:solidFill>
                  <a:srgbClr val="FFFFFF"/>
                </a:solidFill>
                <a:latin typeface="Verdana"/>
                <a:cs typeface="Verdana"/>
              </a:rPr>
              <a:t>Sed</a:t>
            </a:r>
            <a:r>
              <a:rPr sz="1850" spc="-9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50" dirty="0">
                <a:solidFill>
                  <a:srgbClr val="FFFFFF"/>
                </a:solidFill>
                <a:latin typeface="Verdana"/>
                <a:cs typeface="Verdana"/>
              </a:rPr>
              <a:t>sodales</a:t>
            </a:r>
            <a:r>
              <a:rPr sz="1850" spc="-9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50" dirty="0">
                <a:solidFill>
                  <a:srgbClr val="FFFFFF"/>
                </a:solidFill>
                <a:latin typeface="Verdana"/>
                <a:cs typeface="Verdana"/>
              </a:rPr>
              <a:t>lectus</a:t>
            </a:r>
            <a:r>
              <a:rPr sz="1850" spc="-9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50" spc="-55" dirty="0">
                <a:solidFill>
                  <a:srgbClr val="FFFFFF"/>
                </a:solidFill>
                <a:latin typeface="Verdana"/>
                <a:cs typeface="Verdana"/>
              </a:rPr>
              <a:t>sem,</a:t>
            </a:r>
            <a:r>
              <a:rPr sz="1850" spc="-9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50" spc="-30" dirty="0">
                <a:solidFill>
                  <a:srgbClr val="FFFFFF"/>
                </a:solidFill>
                <a:latin typeface="Verdana"/>
                <a:cs typeface="Verdana"/>
              </a:rPr>
              <a:t>eu</a:t>
            </a:r>
            <a:r>
              <a:rPr sz="1850" spc="-9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50" spc="-50" dirty="0">
                <a:solidFill>
                  <a:srgbClr val="FFFFFF"/>
                </a:solidFill>
                <a:latin typeface="Verdana"/>
                <a:cs typeface="Verdana"/>
              </a:rPr>
              <a:t>vehicula</a:t>
            </a:r>
            <a:r>
              <a:rPr sz="1850" spc="-9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50" dirty="0">
                <a:solidFill>
                  <a:srgbClr val="FFFFFF"/>
                </a:solidFill>
                <a:latin typeface="Verdana"/>
                <a:cs typeface="Verdana"/>
              </a:rPr>
              <a:t>lacus</a:t>
            </a:r>
            <a:r>
              <a:rPr sz="1850" spc="-9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50" dirty="0">
                <a:solidFill>
                  <a:srgbClr val="FFFFFF"/>
                </a:solidFill>
                <a:latin typeface="Verdana"/>
                <a:cs typeface="Verdana"/>
              </a:rPr>
              <a:t>congue</a:t>
            </a:r>
            <a:r>
              <a:rPr sz="1850" spc="-9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50" spc="-110" dirty="0">
                <a:solidFill>
                  <a:srgbClr val="FFFFFF"/>
                </a:solidFill>
                <a:latin typeface="Verdana"/>
                <a:cs typeface="Verdana"/>
              </a:rPr>
              <a:t>maximus.</a:t>
            </a:r>
            <a:r>
              <a:rPr sz="1850" spc="-9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50" spc="-10" dirty="0">
                <a:solidFill>
                  <a:srgbClr val="FFFFFF"/>
                </a:solidFill>
                <a:latin typeface="Verdana"/>
                <a:cs typeface="Verdana"/>
              </a:rPr>
              <a:t>Quisque </a:t>
            </a:r>
            <a:r>
              <a:rPr sz="1850" spc="-45" dirty="0">
                <a:solidFill>
                  <a:srgbClr val="FFFFFF"/>
                </a:solidFill>
                <a:latin typeface="Verdana"/>
                <a:cs typeface="Verdana"/>
              </a:rPr>
              <a:t>ligula</a:t>
            </a:r>
            <a:r>
              <a:rPr sz="1850" spc="-10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50" spc="-80" dirty="0">
                <a:solidFill>
                  <a:srgbClr val="FFFFFF"/>
                </a:solidFill>
                <a:latin typeface="Verdana"/>
                <a:cs typeface="Verdana"/>
              </a:rPr>
              <a:t>velit,</a:t>
            </a:r>
            <a:r>
              <a:rPr sz="1850" spc="-10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50" spc="-90" dirty="0">
                <a:solidFill>
                  <a:srgbClr val="FFFFFF"/>
                </a:solidFill>
                <a:latin typeface="Verdana"/>
                <a:cs typeface="Verdana"/>
              </a:rPr>
              <a:t>interdum</a:t>
            </a:r>
            <a:r>
              <a:rPr sz="1850" spc="-10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50" spc="-40" dirty="0">
                <a:solidFill>
                  <a:srgbClr val="FFFFFF"/>
                </a:solidFill>
                <a:latin typeface="Verdana"/>
                <a:cs typeface="Verdana"/>
              </a:rPr>
              <a:t>id</a:t>
            </a:r>
            <a:r>
              <a:rPr sz="1850" spc="-10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50" spc="-25" dirty="0">
                <a:solidFill>
                  <a:srgbClr val="FFFFFF"/>
                </a:solidFill>
                <a:latin typeface="Verdana"/>
                <a:cs typeface="Verdana"/>
              </a:rPr>
              <a:t>sapien</a:t>
            </a:r>
            <a:r>
              <a:rPr sz="1850" spc="-10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50" spc="-85" dirty="0">
                <a:solidFill>
                  <a:srgbClr val="FFFFFF"/>
                </a:solidFill>
                <a:latin typeface="Verdana"/>
                <a:cs typeface="Verdana"/>
              </a:rPr>
              <a:t>eu,</a:t>
            </a:r>
            <a:r>
              <a:rPr sz="1850" spc="-10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50" spc="-55" dirty="0">
                <a:solidFill>
                  <a:srgbClr val="FFFFFF"/>
                </a:solidFill>
                <a:latin typeface="Verdana"/>
                <a:cs typeface="Verdana"/>
              </a:rPr>
              <a:t>imperdiet</a:t>
            </a:r>
            <a:r>
              <a:rPr sz="1850" spc="-10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50" spc="-40" dirty="0">
                <a:solidFill>
                  <a:srgbClr val="FFFFFF"/>
                </a:solidFill>
                <a:latin typeface="Verdana"/>
                <a:cs typeface="Verdana"/>
              </a:rPr>
              <a:t>tempus</a:t>
            </a:r>
            <a:r>
              <a:rPr sz="1850" spc="-10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50" spc="-95" dirty="0">
                <a:solidFill>
                  <a:srgbClr val="FFFFFF"/>
                </a:solidFill>
                <a:latin typeface="Verdana"/>
                <a:cs typeface="Verdana"/>
              </a:rPr>
              <a:t>justo.</a:t>
            </a:r>
            <a:r>
              <a:rPr sz="1850" spc="-10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50" dirty="0">
                <a:solidFill>
                  <a:srgbClr val="FFFFFF"/>
                </a:solidFill>
                <a:latin typeface="Verdana"/>
                <a:cs typeface="Verdana"/>
              </a:rPr>
              <a:t>Fusce</a:t>
            </a:r>
            <a:r>
              <a:rPr sz="1850" spc="-10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50" spc="-10" dirty="0">
                <a:solidFill>
                  <a:srgbClr val="FFFFFF"/>
                </a:solidFill>
                <a:latin typeface="Verdana"/>
                <a:cs typeface="Verdana"/>
              </a:rPr>
              <a:t>mattis </a:t>
            </a:r>
            <a:r>
              <a:rPr sz="1850" spc="-20" dirty="0">
                <a:solidFill>
                  <a:srgbClr val="FFFFFF"/>
                </a:solidFill>
                <a:latin typeface="Verdana"/>
                <a:cs typeface="Verdana"/>
              </a:rPr>
              <a:t>tellus</a:t>
            </a:r>
            <a:r>
              <a:rPr sz="1850" spc="-114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50" spc="-30" dirty="0">
                <a:solidFill>
                  <a:srgbClr val="FFFFFF"/>
                </a:solidFill>
                <a:latin typeface="Verdana"/>
                <a:cs typeface="Verdana"/>
              </a:rPr>
              <a:t>eu</a:t>
            </a:r>
            <a:r>
              <a:rPr sz="1850" spc="-11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50" spc="-65" dirty="0">
                <a:solidFill>
                  <a:srgbClr val="FFFFFF"/>
                </a:solidFill>
                <a:latin typeface="Verdana"/>
                <a:cs typeface="Verdana"/>
              </a:rPr>
              <a:t>justo</a:t>
            </a:r>
            <a:r>
              <a:rPr sz="1850" spc="-11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50" spc="-60" dirty="0">
                <a:solidFill>
                  <a:srgbClr val="FFFFFF"/>
                </a:solidFill>
                <a:latin typeface="Verdana"/>
                <a:cs typeface="Verdana"/>
              </a:rPr>
              <a:t>porta,</a:t>
            </a:r>
            <a:r>
              <a:rPr sz="1850" spc="-11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50" spc="-45" dirty="0">
                <a:solidFill>
                  <a:srgbClr val="FFFFFF"/>
                </a:solidFill>
                <a:latin typeface="Verdana"/>
                <a:cs typeface="Verdana"/>
              </a:rPr>
              <a:t>vel</a:t>
            </a:r>
            <a:r>
              <a:rPr sz="1850" spc="-11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50" spc="-60" dirty="0">
                <a:solidFill>
                  <a:srgbClr val="FFFFFF"/>
                </a:solidFill>
                <a:latin typeface="Verdana"/>
                <a:cs typeface="Verdana"/>
              </a:rPr>
              <a:t>condimentum</a:t>
            </a:r>
            <a:r>
              <a:rPr sz="1850" spc="-11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50" spc="-50" dirty="0">
                <a:solidFill>
                  <a:srgbClr val="FFFFFF"/>
                </a:solidFill>
                <a:latin typeface="Verdana"/>
                <a:cs typeface="Verdana"/>
              </a:rPr>
              <a:t>metus</a:t>
            </a:r>
            <a:r>
              <a:rPr sz="1850" spc="-114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50" spc="-10" dirty="0">
                <a:solidFill>
                  <a:srgbClr val="FFFFFF"/>
                </a:solidFill>
                <a:latin typeface="Verdana"/>
                <a:cs typeface="Verdana"/>
              </a:rPr>
              <a:t>semper.</a:t>
            </a:r>
            <a:endParaRPr sz="1850" dirty="0">
              <a:latin typeface="Verdana"/>
              <a:cs typeface="Verdana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8640445" y="6706892"/>
            <a:ext cx="8085455" cy="208343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21700"/>
              </a:lnSpc>
              <a:spcBef>
                <a:spcPts val="95"/>
              </a:spcBef>
            </a:pPr>
            <a:r>
              <a:rPr sz="1850" spc="-60" dirty="0">
                <a:solidFill>
                  <a:srgbClr val="FFFFFF"/>
                </a:solidFill>
                <a:latin typeface="Verdana"/>
                <a:cs typeface="Verdana"/>
              </a:rPr>
              <a:t>Lorem</a:t>
            </a:r>
            <a:r>
              <a:rPr sz="1850" spc="-11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50" spc="-55" dirty="0">
                <a:solidFill>
                  <a:srgbClr val="FFFFFF"/>
                </a:solidFill>
                <a:latin typeface="Verdana"/>
                <a:cs typeface="Verdana"/>
              </a:rPr>
              <a:t>ipsum</a:t>
            </a:r>
            <a:r>
              <a:rPr sz="1850" spc="-11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50" spc="-20" dirty="0">
                <a:solidFill>
                  <a:srgbClr val="FFFFFF"/>
                </a:solidFill>
                <a:latin typeface="Verdana"/>
                <a:cs typeface="Verdana"/>
              </a:rPr>
              <a:t>dolor</a:t>
            </a:r>
            <a:r>
              <a:rPr sz="1850" spc="-10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50" spc="-40" dirty="0">
                <a:solidFill>
                  <a:srgbClr val="FFFFFF"/>
                </a:solidFill>
                <a:latin typeface="Verdana"/>
                <a:cs typeface="Verdana"/>
              </a:rPr>
              <a:t>sit</a:t>
            </a:r>
            <a:r>
              <a:rPr sz="1850" spc="-11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50" spc="-85" dirty="0">
                <a:solidFill>
                  <a:srgbClr val="FFFFFF"/>
                </a:solidFill>
                <a:latin typeface="Verdana"/>
                <a:cs typeface="Verdana"/>
              </a:rPr>
              <a:t>amet,</a:t>
            </a:r>
            <a:r>
              <a:rPr sz="1850" spc="-10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50" spc="-10" dirty="0">
                <a:solidFill>
                  <a:srgbClr val="FFFFFF"/>
                </a:solidFill>
                <a:latin typeface="Verdana"/>
                <a:cs typeface="Verdana"/>
              </a:rPr>
              <a:t>consectetur</a:t>
            </a:r>
            <a:r>
              <a:rPr sz="1850" spc="-11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50" spc="-25" dirty="0">
                <a:solidFill>
                  <a:srgbClr val="FFFFFF"/>
                </a:solidFill>
                <a:latin typeface="Verdana"/>
                <a:cs typeface="Verdana"/>
              </a:rPr>
              <a:t>adipiscing</a:t>
            </a:r>
            <a:r>
              <a:rPr sz="1850" spc="-11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50" spc="-80" dirty="0">
                <a:solidFill>
                  <a:srgbClr val="FFFFFF"/>
                </a:solidFill>
                <a:latin typeface="Verdana"/>
                <a:cs typeface="Verdana"/>
              </a:rPr>
              <a:t>elit.</a:t>
            </a:r>
            <a:r>
              <a:rPr sz="1850" spc="-10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50" spc="-10" dirty="0">
                <a:solidFill>
                  <a:srgbClr val="FFFFFF"/>
                </a:solidFill>
                <a:latin typeface="Verdana"/>
                <a:cs typeface="Verdana"/>
              </a:rPr>
              <a:t>Pellentesque </a:t>
            </a:r>
            <a:r>
              <a:rPr sz="1850" spc="-70" dirty="0">
                <a:solidFill>
                  <a:srgbClr val="FFFFFF"/>
                </a:solidFill>
                <a:latin typeface="Verdana"/>
                <a:cs typeface="Verdana"/>
              </a:rPr>
              <a:t>finibus,</a:t>
            </a:r>
            <a:r>
              <a:rPr sz="1850" spc="-8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50" spc="-50" dirty="0">
                <a:solidFill>
                  <a:srgbClr val="FFFFFF"/>
                </a:solidFill>
                <a:latin typeface="Verdana"/>
                <a:cs typeface="Verdana"/>
              </a:rPr>
              <a:t>metus</a:t>
            </a:r>
            <a:r>
              <a:rPr sz="1850" spc="-8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50" dirty="0">
                <a:solidFill>
                  <a:srgbClr val="FFFFFF"/>
                </a:solidFill>
                <a:latin typeface="Verdana"/>
                <a:cs typeface="Verdana"/>
              </a:rPr>
              <a:t>sed</a:t>
            </a:r>
            <a:r>
              <a:rPr sz="1850" spc="-8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50" spc="-60" dirty="0">
                <a:solidFill>
                  <a:srgbClr val="FFFFFF"/>
                </a:solidFill>
                <a:latin typeface="Verdana"/>
                <a:cs typeface="Verdana"/>
              </a:rPr>
              <a:t>condimentum</a:t>
            </a:r>
            <a:r>
              <a:rPr sz="1850" spc="-8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50" spc="-65" dirty="0">
                <a:solidFill>
                  <a:srgbClr val="FFFFFF"/>
                </a:solidFill>
                <a:latin typeface="Verdana"/>
                <a:cs typeface="Verdana"/>
              </a:rPr>
              <a:t>imperdiet,</a:t>
            </a:r>
            <a:r>
              <a:rPr sz="1850" spc="-8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50" dirty="0">
                <a:solidFill>
                  <a:srgbClr val="FFFFFF"/>
                </a:solidFill>
                <a:latin typeface="Verdana"/>
                <a:cs typeface="Verdana"/>
              </a:rPr>
              <a:t>lacus</a:t>
            </a:r>
            <a:r>
              <a:rPr sz="1850" spc="-8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50" spc="-60" dirty="0">
                <a:solidFill>
                  <a:srgbClr val="FFFFFF"/>
                </a:solidFill>
                <a:latin typeface="Verdana"/>
                <a:cs typeface="Verdana"/>
              </a:rPr>
              <a:t>lorem</a:t>
            </a:r>
            <a:r>
              <a:rPr sz="1850" spc="-8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50" spc="-10" dirty="0">
                <a:solidFill>
                  <a:srgbClr val="FFFFFF"/>
                </a:solidFill>
                <a:latin typeface="Verdana"/>
                <a:cs typeface="Verdana"/>
              </a:rPr>
              <a:t>elementum </a:t>
            </a:r>
            <a:r>
              <a:rPr sz="1850" spc="-85" dirty="0">
                <a:solidFill>
                  <a:srgbClr val="FFFFFF"/>
                </a:solidFill>
                <a:latin typeface="Verdana"/>
                <a:cs typeface="Verdana"/>
              </a:rPr>
              <a:t>nulla,</a:t>
            </a:r>
            <a:r>
              <a:rPr sz="1850" spc="-11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50" spc="-10" dirty="0">
                <a:solidFill>
                  <a:srgbClr val="FFFFFF"/>
                </a:solidFill>
                <a:latin typeface="Verdana"/>
                <a:cs typeface="Verdana"/>
              </a:rPr>
              <a:t>et</a:t>
            </a:r>
            <a:r>
              <a:rPr sz="1850" spc="-10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50" spc="-50" dirty="0">
                <a:solidFill>
                  <a:srgbClr val="FFFFFF"/>
                </a:solidFill>
                <a:latin typeface="Verdana"/>
                <a:cs typeface="Verdana"/>
              </a:rPr>
              <a:t>blandit</a:t>
            </a:r>
            <a:r>
              <a:rPr sz="1850" spc="-11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50" spc="-10" dirty="0">
                <a:solidFill>
                  <a:srgbClr val="FFFFFF"/>
                </a:solidFill>
                <a:latin typeface="Verdana"/>
                <a:cs typeface="Verdana"/>
              </a:rPr>
              <a:t>sem</a:t>
            </a:r>
            <a:r>
              <a:rPr sz="1850" spc="-10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50" spc="-55" dirty="0">
                <a:solidFill>
                  <a:srgbClr val="FFFFFF"/>
                </a:solidFill>
                <a:latin typeface="Verdana"/>
                <a:cs typeface="Verdana"/>
              </a:rPr>
              <a:t>erat</a:t>
            </a:r>
            <a:r>
              <a:rPr sz="1850" spc="-11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50" spc="-60" dirty="0">
                <a:solidFill>
                  <a:srgbClr val="FFFFFF"/>
                </a:solidFill>
                <a:latin typeface="Verdana"/>
                <a:cs typeface="Verdana"/>
              </a:rPr>
              <a:t>a</a:t>
            </a:r>
            <a:r>
              <a:rPr sz="1850" spc="-10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50" spc="-114" dirty="0">
                <a:solidFill>
                  <a:srgbClr val="FFFFFF"/>
                </a:solidFill>
                <a:latin typeface="Verdana"/>
                <a:cs typeface="Verdana"/>
              </a:rPr>
              <a:t>nibh.</a:t>
            </a:r>
            <a:r>
              <a:rPr sz="1850" spc="-11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50" spc="-85" dirty="0">
                <a:solidFill>
                  <a:srgbClr val="FFFFFF"/>
                </a:solidFill>
                <a:latin typeface="Verdana"/>
                <a:cs typeface="Verdana"/>
              </a:rPr>
              <a:t>Integer</a:t>
            </a:r>
            <a:r>
              <a:rPr sz="1850" spc="-10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50" dirty="0">
                <a:solidFill>
                  <a:srgbClr val="FFFFFF"/>
                </a:solidFill>
                <a:latin typeface="Verdana"/>
                <a:cs typeface="Verdana"/>
              </a:rPr>
              <a:t>egestas</a:t>
            </a:r>
            <a:r>
              <a:rPr sz="1850" spc="-11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50" dirty="0">
                <a:solidFill>
                  <a:srgbClr val="FFFFFF"/>
                </a:solidFill>
                <a:latin typeface="Verdana"/>
                <a:cs typeface="Verdana"/>
              </a:rPr>
              <a:t>leo</a:t>
            </a:r>
            <a:r>
              <a:rPr sz="1850" spc="-10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50" spc="-45" dirty="0">
                <a:solidFill>
                  <a:srgbClr val="FFFFFF"/>
                </a:solidFill>
                <a:latin typeface="Verdana"/>
                <a:cs typeface="Verdana"/>
              </a:rPr>
              <a:t>vel</a:t>
            </a:r>
            <a:r>
              <a:rPr sz="1850" spc="-11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50" spc="-50" dirty="0">
                <a:solidFill>
                  <a:srgbClr val="FFFFFF"/>
                </a:solidFill>
                <a:latin typeface="Verdana"/>
                <a:cs typeface="Verdana"/>
              </a:rPr>
              <a:t>porttitor</a:t>
            </a:r>
            <a:r>
              <a:rPr sz="1850" spc="-10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50" spc="-40" dirty="0">
                <a:solidFill>
                  <a:srgbClr val="FFFFFF"/>
                </a:solidFill>
                <a:latin typeface="Verdana"/>
                <a:cs typeface="Verdana"/>
              </a:rPr>
              <a:t>varius. </a:t>
            </a:r>
            <a:r>
              <a:rPr sz="1850" dirty="0">
                <a:solidFill>
                  <a:srgbClr val="FFFFFF"/>
                </a:solidFill>
                <a:latin typeface="Verdana"/>
                <a:cs typeface="Verdana"/>
              </a:rPr>
              <a:t>Sed</a:t>
            </a:r>
            <a:r>
              <a:rPr sz="1850" spc="-9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50" dirty="0">
                <a:solidFill>
                  <a:srgbClr val="FFFFFF"/>
                </a:solidFill>
                <a:latin typeface="Verdana"/>
                <a:cs typeface="Verdana"/>
              </a:rPr>
              <a:t>sodales</a:t>
            </a:r>
            <a:r>
              <a:rPr sz="1850" spc="-9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50" dirty="0">
                <a:solidFill>
                  <a:srgbClr val="FFFFFF"/>
                </a:solidFill>
                <a:latin typeface="Verdana"/>
                <a:cs typeface="Verdana"/>
              </a:rPr>
              <a:t>lectus</a:t>
            </a:r>
            <a:r>
              <a:rPr sz="1850" spc="-9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50" spc="-55" dirty="0">
                <a:solidFill>
                  <a:srgbClr val="FFFFFF"/>
                </a:solidFill>
                <a:latin typeface="Verdana"/>
                <a:cs typeface="Verdana"/>
              </a:rPr>
              <a:t>sem,</a:t>
            </a:r>
            <a:r>
              <a:rPr sz="1850" spc="-9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50" spc="-30" dirty="0">
                <a:solidFill>
                  <a:srgbClr val="FFFFFF"/>
                </a:solidFill>
                <a:latin typeface="Verdana"/>
                <a:cs typeface="Verdana"/>
              </a:rPr>
              <a:t>eu</a:t>
            </a:r>
            <a:r>
              <a:rPr sz="1850" spc="-9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50" spc="-50" dirty="0">
                <a:solidFill>
                  <a:srgbClr val="FFFFFF"/>
                </a:solidFill>
                <a:latin typeface="Verdana"/>
                <a:cs typeface="Verdana"/>
              </a:rPr>
              <a:t>vehicula</a:t>
            </a:r>
            <a:r>
              <a:rPr sz="1850" spc="-9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50" dirty="0">
                <a:solidFill>
                  <a:srgbClr val="FFFFFF"/>
                </a:solidFill>
                <a:latin typeface="Verdana"/>
                <a:cs typeface="Verdana"/>
              </a:rPr>
              <a:t>lacus</a:t>
            </a:r>
            <a:r>
              <a:rPr sz="1850" spc="-9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50" dirty="0">
                <a:solidFill>
                  <a:srgbClr val="FFFFFF"/>
                </a:solidFill>
                <a:latin typeface="Verdana"/>
                <a:cs typeface="Verdana"/>
              </a:rPr>
              <a:t>congue</a:t>
            </a:r>
            <a:r>
              <a:rPr sz="1850" spc="-9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50" spc="-110" dirty="0">
                <a:solidFill>
                  <a:srgbClr val="FFFFFF"/>
                </a:solidFill>
                <a:latin typeface="Verdana"/>
                <a:cs typeface="Verdana"/>
              </a:rPr>
              <a:t>maximus.</a:t>
            </a:r>
            <a:r>
              <a:rPr sz="1850" spc="-9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50" spc="-10" dirty="0">
                <a:solidFill>
                  <a:srgbClr val="FFFFFF"/>
                </a:solidFill>
                <a:latin typeface="Verdana"/>
                <a:cs typeface="Verdana"/>
              </a:rPr>
              <a:t>Quisque </a:t>
            </a:r>
            <a:r>
              <a:rPr sz="1850" spc="-45" dirty="0">
                <a:solidFill>
                  <a:srgbClr val="FFFFFF"/>
                </a:solidFill>
                <a:latin typeface="Verdana"/>
                <a:cs typeface="Verdana"/>
              </a:rPr>
              <a:t>ligula</a:t>
            </a:r>
            <a:r>
              <a:rPr sz="1850" spc="-10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50" spc="-80" dirty="0">
                <a:solidFill>
                  <a:srgbClr val="FFFFFF"/>
                </a:solidFill>
                <a:latin typeface="Verdana"/>
                <a:cs typeface="Verdana"/>
              </a:rPr>
              <a:t>velit,</a:t>
            </a:r>
            <a:r>
              <a:rPr sz="1850" spc="-10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50" spc="-90" dirty="0">
                <a:solidFill>
                  <a:srgbClr val="FFFFFF"/>
                </a:solidFill>
                <a:latin typeface="Verdana"/>
                <a:cs typeface="Verdana"/>
              </a:rPr>
              <a:t>interdum</a:t>
            </a:r>
            <a:r>
              <a:rPr sz="1850" spc="-10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50" spc="-40" dirty="0">
                <a:solidFill>
                  <a:srgbClr val="FFFFFF"/>
                </a:solidFill>
                <a:latin typeface="Verdana"/>
                <a:cs typeface="Verdana"/>
              </a:rPr>
              <a:t>id</a:t>
            </a:r>
            <a:r>
              <a:rPr sz="1850" spc="-10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50" spc="-25" dirty="0">
                <a:solidFill>
                  <a:srgbClr val="FFFFFF"/>
                </a:solidFill>
                <a:latin typeface="Verdana"/>
                <a:cs typeface="Verdana"/>
              </a:rPr>
              <a:t>sapien</a:t>
            </a:r>
            <a:r>
              <a:rPr sz="1850" spc="-10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50" spc="-85" dirty="0">
                <a:solidFill>
                  <a:srgbClr val="FFFFFF"/>
                </a:solidFill>
                <a:latin typeface="Verdana"/>
                <a:cs typeface="Verdana"/>
              </a:rPr>
              <a:t>eu,</a:t>
            </a:r>
            <a:r>
              <a:rPr sz="1850" spc="-10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50" spc="-55" dirty="0">
                <a:solidFill>
                  <a:srgbClr val="FFFFFF"/>
                </a:solidFill>
                <a:latin typeface="Verdana"/>
                <a:cs typeface="Verdana"/>
              </a:rPr>
              <a:t>imperdiet</a:t>
            </a:r>
            <a:r>
              <a:rPr sz="1850" spc="-10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50" spc="-40" dirty="0">
                <a:solidFill>
                  <a:srgbClr val="FFFFFF"/>
                </a:solidFill>
                <a:latin typeface="Verdana"/>
                <a:cs typeface="Verdana"/>
              </a:rPr>
              <a:t>tempus</a:t>
            </a:r>
            <a:r>
              <a:rPr sz="1850" spc="-10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50" spc="-95" dirty="0">
                <a:solidFill>
                  <a:srgbClr val="FFFFFF"/>
                </a:solidFill>
                <a:latin typeface="Verdana"/>
                <a:cs typeface="Verdana"/>
              </a:rPr>
              <a:t>justo.</a:t>
            </a:r>
            <a:r>
              <a:rPr sz="1850" spc="-10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50" dirty="0">
                <a:solidFill>
                  <a:srgbClr val="FFFFFF"/>
                </a:solidFill>
                <a:latin typeface="Verdana"/>
                <a:cs typeface="Verdana"/>
              </a:rPr>
              <a:t>Fusce</a:t>
            </a:r>
            <a:r>
              <a:rPr sz="1850" spc="-10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50" spc="-10" dirty="0">
                <a:solidFill>
                  <a:srgbClr val="FFFFFF"/>
                </a:solidFill>
                <a:latin typeface="Verdana"/>
                <a:cs typeface="Verdana"/>
              </a:rPr>
              <a:t>mattis </a:t>
            </a:r>
            <a:r>
              <a:rPr sz="1850" spc="-20" dirty="0">
                <a:solidFill>
                  <a:srgbClr val="FFFFFF"/>
                </a:solidFill>
                <a:latin typeface="Verdana"/>
                <a:cs typeface="Verdana"/>
              </a:rPr>
              <a:t>tellus</a:t>
            </a:r>
            <a:r>
              <a:rPr sz="1850" spc="-114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50" spc="-30" dirty="0">
                <a:solidFill>
                  <a:srgbClr val="FFFFFF"/>
                </a:solidFill>
                <a:latin typeface="Verdana"/>
                <a:cs typeface="Verdana"/>
              </a:rPr>
              <a:t>eu</a:t>
            </a:r>
            <a:r>
              <a:rPr sz="1850" spc="-11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50" spc="-65" dirty="0">
                <a:solidFill>
                  <a:srgbClr val="FFFFFF"/>
                </a:solidFill>
                <a:latin typeface="Verdana"/>
                <a:cs typeface="Verdana"/>
              </a:rPr>
              <a:t>justo</a:t>
            </a:r>
            <a:r>
              <a:rPr sz="1850" spc="-11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50" spc="-60" dirty="0">
                <a:solidFill>
                  <a:srgbClr val="FFFFFF"/>
                </a:solidFill>
                <a:latin typeface="Verdana"/>
                <a:cs typeface="Verdana"/>
              </a:rPr>
              <a:t>porta,</a:t>
            </a:r>
            <a:r>
              <a:rPr sz="1850" spc="-11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50" spc="-45" dirty="0">
                <a:solidFill>
                  <a:srgbClr val="FFFFFF"/>
                </a:solidFill>
                <a:latin typeface="Verdana"/>
                <a:cs typeface="Verdana"/>
              </a:rPr>
              <a:t>vel</a:t>
            </a:r>
            <a:r>
              <a:rPr sz="1850" spc="-11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50" spc="-60" dirty="0">
                <a:solidFill>
                  <a:srgbClr val="FFFFFF"/>
                </a:solidFill>
                <a:latin typeface="Verdana"/>
                <a:cs typeface="Verdana"/>
              </a:rPr>
              <a:t>condimentum</a:t>
            </a:r>
            <a:r>
              <a:rPr sz="1850" spc="-11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50" spc="-50" dirty="0">
                <a:solidFill>
                  <a:srgbClr val="FFFFFF"/>
                </a:solidFill>
                <a:latin typeface="Verdana"/>
                <a:cs typeface="Verdana"/>
              </a:rPr>
              <a:t>metus</a:t>
            </a:r>
            <a:r>
              <a:rPr sz="1850" spc="-114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50" spc="-10" dirty="0">
                <a:solidFill>
                  <a:srgbClr val="FFFFFF"/>
                </a:solidFill>
                <a:latin typeface="Verdana"/>
                <a:cs typeface="Verdana"/>
              </a:rPr>
              <a:t>semper.</a:t>
            </a:r>
            <a:endParaRPr sz="1850">
              <a:latin typeface="Verdana"/>
              <a:cs typeface="Verdana"/>
            </a:endParaRPr>
          </a:p>
        </p:txBody>
      </p:sp>
      <p:grpSp>
        <p:nvGrpSpPr>
          <p:cNvPr id="26" name="object 4"/>
          <p:cNvGrpSpPr/>
          <p:nvPr/>
        </p:nvGrpSpPr>
        <p:grpSpPr>
          <a:xfrm>
            <a:off x="5959198" y="2608895"/>
            <a:ext cx="10995049" cy="1405819"/>
            <a:chOff x="7693089" y="1032123"/>
            <a:chExt cx="7032854" cy="1006476"/>
          </a:xfrm>
        </p:grpSpPr>
        <p:sp>
          <p:nvSpPr>
            <p:cNvPr id="27" name="object 5"/>
            <p:cNvSpPr/>
            <p:nvPr/>
          </p:nvSpPr>
          <p:spPr>
            <a:xfrm>
              <a:off x="7693089" y="1051901"/>
              <a:ext cx="5365750" cy="986698"/>
            </a:xfrm>
            <a:custGeom>
              <a:avLst/>
              <a:gdLst/>
              <a:ahLst/>
              <a:cxnLst/>
              <a:rect l="l" t="t" r="r" b="b"/>
              <a:pathLst>
                <a:path w="5365750" h="1006475">
                  <a:moveTo>
                    <a:pt x="5344804" y="359466"/>
                  </a:moveTo>
                  <a:lnTo>
                    <a:pt x="1195770" y="359466"/>
                  </a:lnTo>
                  <a:lnTo>
                    <a:pt x="1243145" y="356270"/>
                  </a:lnTo>
                  <a:lnTo>
                    <a:pt x="1289184" y="346849"/>
                  </a:lnTo>
                  <a:lnTo>
                    <a:pt x="1333257" y="331455"/>
                  </a:lnTo>
                  <a:lnTo>
                    <a:pt x="1374733" y="310340"/>
                  </a:lnTo>
                  <a:lnTo>
                    <a:pt x="1412981" y="283756"/>
                  </a:lnTo>
                  <a:lnTo>
                    <a:pt x="1447373" y="251955"/>
                  </a:lnTo>
                  <a:lnTo>
                    <a:pt x="1477276" y="215189"/>
                  </a:lnTo>
                  <a:lnTo>
                    <a:pt x="1506392" y="177545"/>
                  </a:lnTo>
                  <a:lnTo>
                    <a:pt x="1538861" y="142844"/>
                  </a:lnTo>
                  <a:lnTo>
                    <a:pt x="1574443" y="111326"/>
                  </a:lnTo>
                  <a:lnTo>
                    <a:pt x="1612897" y="83231"/>
                  </a:lnTo>
                  <a:lnTo>
                    <a:pt x="1653983" y="58800"/>
                  </a:lnTo>
                  <a:lnTo>
                    <a:pt x="1697462" y="38272"/>
                  </a:lnTo>
                  <a:lnTo>
                    <a:pt x="1743092" y="21888"/>
                  </a:lnTo>
                  <a:lnTo>
                    <a:pt x="1790634" y="9888"/>
                  </a:lnTo>
                  <a:lnTo>
                    <a:pt x="1839848" y="2512"/>
                  </a:lnTo>
                  <a:lnTo>
                    <a:pt x="1890494" y="0"/>
                  </a:lnTo>
                  <a:lnTo>
                    <a:pt x="4860382" y="0"/>
                  </a:lnTo>
                  <a:lnTo>
                    <a:pt x="4910243" y="2369"/>
                  </a:lnTo>
                  <a:lnTo>
                    <a:pt x="4957523" y="9156"/>
                  </a:lnTo>
                  <a:lnTo>
                    <a:pt x="5003283" y="20209"/>
                  </a:lnTo>
                  <a:lnTo>
                    <a:pt x="5047314" y="35318"/>
                  </a:lnTo>
                  <a:lnTo>
                    <a:pt x="5089404" y="54269"/>
                  </a:lnTo>
                  <a:lnTo>
                    <a:pt x="5129342" y="76853"/>
                  </a:lnTo>
                  <a:lnTo>
                    <a:pt x="5166916" y="102857"/>
                  </a:lnTo>
                  <a:lnTo>
                    <a:pt x="5201914" y="132071"/>
                  </a:lnTo>
                  <a:lnTo>
                    <a:pt x="5234126" y="164283"/>
                  </a:lnTo>
                  <a:lnTo>
                    <a:pt x="5263339" y="199281"/>
                  </a:lnTo>
                  <a:lnTo>
                    <a:pt x="5289344" y="236855"/>
                  </a:lnTo>
                  <a:lnTo>
                    <a:pt x="5311928" y="276792"/>
                  </a:lnTo>
                  <a:lnTo>
                    <a:pt x="5330879" y="318882"/>
                  </a:lnTo>
                  <a:lnTo>
                    <a:pt x="5344804" y="359466"/>
                  </a:lnTo>
                  <a:close/>
                </a:path>
                <a:path w="5365750" h="1006475">
                  <a:moveTo>
                    <a:pt x="529591" y="1006226"/>
                  </a:moveTo>
                  <a:lnTo>
                    <a:pt x="473863" y="1006226"/>
                  </a:lnTo>
                  <a:lnTo>
                    <a:pt x="456439" y="1005433"/>
                  </a:lnTo>
                  <a:lnTo>
                    <a:pt x="410601" y="999130"/>
                  </a:lnTo>
                  <a:lnTo>
                    <a:pt x="410836" y="999130"/>
                  </a:lnTo>
                  <a:lnTo>
                    <a:pt x="367298" y="989066"/>
                  </a:lnTo>
                  <a:lnTo>
                    <a:pt x="324974" y="975185"/>
                  </a:lnTo>
                  <a:lnTo>
                    <a:pt x="284395" y="957753"/>
                  </a:lnTo>
                  <a:lnTo>
                    <a:pt x="245746" y="936955"/>
                  </a:lnTo>
                  <a:lnTo>
                    <a:pt x="209213" y="912978"/>
                  </a:lnTo>
                  <a:lnTo>
                    <a:pt x="174980" y="886005"/>
                  </a:lnTo>
                  <a:lnTo>
                    <a:pt x="143235" y="856223"/>
                  </a:lnTo>
                  <a:lnTo>
                    <a:pt x="114161" y="823816"/>
                  </a:lnTo>
                  <a:lnTo>
                    <a:pt x="87944" y="788971"/>
                  </a:lnTo>
                  <a:lnTo>
                    <a:pt x="64770" y="751873"/>
                  </a:lnTo>
                  <a:lnTo>
                    <a:pt x="44823" y="712706"/>
                  </a:lnTo>
                  <a:lnTo>
                    <a:pt x="28290" y="671657"/>
                  </a:lnTo>
                  <a:lnTo>
                    <a:pt x="15356" y="628911"/>
                  </a:lnTo>
                  <a:lnTo>
                    <a:pt x="6206" y="584653"/>
                  </a:lnTo>
                  <a:lnTo>
                    <a:pt x="1025" y="539069"/>
                  </a:lnTo>
                  <a:lnTo>
                    <a:pt x="20" y="493296"/>
                  </a:lnTo>
                  <a:lnTo>
                    <a:pt x="0" y="492343"/>
                  </a:lnTo>
                  <a:lnTo>
                    <a:pt x="3416" y="444609"/>
                  </a:lnTo>
                  <a:lnTo>
                    <a:pt x="11227" y="398195"/>
                  </a:lnTo>
                  <a:lnTo>
                    <a:pt x="23219" y="353310"/>
                  </a:lnTo>
                  <a:lnTo>
                    <a:pt x="39107" y="310340"/>
                  </a:lnTo>
                  <a:lnTo>
                    <a:pt x="58876" y="268954"/>
                  </a:lnTo>
                  <a:lnTo>
                    <a:pt x="82110" y="229898"/>
                  </a:lnTo>
                  <a:lnTo>
                    <a:pt x="108659" y="193200"/>
                  </a:lnTo>
                  <a:lnTo>
                    <a:pt x="138309" y="159067"/>
                  </a:lnTo>
                  <a:lnTo>
                    <a:pt x="170842" y="127707"/>
                  </a:lnTo>
                  <a:lnTo>
                    <a:pt x="206043" y="99327"/>
                  </a:lnTo>
                  <a:lnTo>
                    <a:pt x="243697" y="74134"/>
                  </a:lnTo>
                  <a:lnTo>
                    <a:pt x="283586" y="52337"/>
                  </a:lnTo>
                  <a:lnTo>
                    <a:pt x="325495" y="34141"/>
                  </a:lnTo>
                  <a:lnTo>
                    <a:pt x="369209" y="19756"/>
                  </a:lnTo>
                  <a:lnTo>
                    <a:pt x="414510" y="9387"/>
                  </a:lnTo>
                  <a:lnTo>
                    <a:pt x="461184" y="3243"/>
                  </a:lnTo>
                  <a:lnTo>
                    <a:pt x="509014" y="1532"/>
                  </a:lnTo>
                  <a:lnTo>
                    <a:pt x="558153" y="4493"/>
                  </a:lnTo>
                  <a:lnTo>
                    <a:pt x="605912" y="12053"/>
                  </a:lnTo>
                  <a:lnTo>
                    <a:pt x="652066" y="23989"/>
                  </a:lnTo>
                  <a:lnTo>
                    <a:pt x="696395" y="40077"/>
                  </a:lnTo>
                  <a:lnTo>
                    <a:pt x="738676" y="60094"/>
                  </a:lnTo>
                  <a:lnTo>
                    <a:pt x="778686" y="83819"/>
                  </a:lnTo>
                  <a:lnTo>
                    <a:pt x="816203" y="111027"/>
                  </a:lnTo>
                  <a:lnTo>
                    <a:pt x="851003" y="141497"/>
                  </a:lnTo>
                  <a:lnTo>
                    <a:pt x="882866" y="175005"/>
                  </a:lnTo>
                  <a:lnTo>
                    <a:pt x="911568" y="211328"/>
                  </a:lnTo>
                  <a:lnTo>
                    <a:pt x="942171" y="248481"/>
                  </a:lnTo>
                  <a:lnTo>
                    <a:pt x="976992" y="280901"/>
                  </a:lnTo>
                  <a:lnTo>
                    <a:pt x="1015501" y="308230"/>
                  </a:lnTo>
                  <a:lnTo>
                    <a:pt x="1057165" y="330109"/>
                  </a:lnTo>
                  <a:lnTo>
                    <a:pt x="1101452" y="346180"/>
                  </a:lnTo>
                  <a:lnTo>
                    <a:pt x="1147831" y="356085"/>
                  </a:lnTo>
                  <a:lnTo>
                    <a:pt x="1195770" y="359466"/>
                  </a:lnTo>
                  <a:lnTo>
                    <a:pt x="5344804" y="359466"/>
                  </a:lnTo>
                  <a:lnTo>
                    <a:pt x="5345987" y="362913"/>
                  </a:lnTo>
                  <a:lnTo>
                    <a:pt x="5357040" y="408674"/>
                  </a:lnTo>
                  <a:lnTo>
                    <a:pt x="5363827" y="455953"/>
                  </a:lnTo>
                  <a:lnTo>
                    <a:pt x="5365557" y="492343"/>
                  </a:lnTo>
                  <a:lnTo>
                    <a:pt x="5365602" y="515782"/>
                  </a:lnTo>
                  <a:lnTo>
                    <a:pt x="5363827" y="553126"/>
                  </a:lnTo>
                  <a:lnTo>
                    <a:pt x="5357040" y="600405"/>
                  </a:lnTo>
                  <a:lnTo>
                    <a:pt x="5345987" y="646165"/>
                  </a:lnTo>
                  <a:lnTo>
                    <a:pt x="5344825" y="649552"/>
                  </a:lnTo>
                  <a:lnTo>
                    <a:pt x="1195893" y="649552"/>
                  </a:lnTo>
                  <a:lnTo>
                    <a:pt x="1148551" y="652748"/>
                  </a:lnTo>
                  <a:lnTo>
                    <a:pt x="1102552" y="662165"/>
                  </a:lnTo>
                  <a:lnTo>
                    <a:pt x="1058519" y="677549"/>
                  </a:lnTo>
                  <a:lnTo>
                    <a:pt x="1017076" y="698644"/>
                  </a:lnTo>
                  <a:lnTo>
                    <a:pt x="978845" y="725195"/>
                  </a:lnTo>
                  <a:lnTo>
                    <a:pt x="944448" y="756948"/>
                  </a:lnTo>
                  <a:lnTo>
                    <a:pt x="914510" y="793645"/>
                  </a:lnTo>
                  <a:lnTo>
                    <a:pt x="885463" y="831075"/>
                  </a:lnTo>
                  <a:lnTo>
                    <a:pt x="853090" y="865575"/>
                  </a:lnTo>
                  <a:lnTo>
                    <a:pt x="817629" y="896907"/>
                  </a:lnTo>
                  <a:lnTo>
                    <a:pt x="779318" y="924833"/>
                  </a:lnTo>
                  <a:lnTo>
                    <a:pt x="738393" y="949116"/>
                  </a:lnTo>
                  <a:lnTo>
                    <a:pt x="695092" y="969517"/>
                  </a:lnTo>
                  <a:lnTo>
                    <a:pt x="649654" y="985799"/>
                  </a:lnTo>
                  <a:lnTo>
                    <a:pt x="602315" y="997723"/>
                  </a:lnTo>
                  <a:lnTo>
                    <a:pt x="553313" y="1005052"/>
                  </a:lnTo>
                  <a:lnTo>
                    <a:pt x="529591" y="1006226"/>
                  </a:lnTo>
                  <a:close/>
                </a:path>
                <a:path w="5365750" h="1006475">
                  <a:moveTo>
                    <a:pt x="4913609" y="1006226"/>
                  </a:moveTo>
                  <a:lnTo>
                    <a:pt x="1838101" y="1006226"/>
                  </a:lnTo>
                  <a:lnTo>
                    <a:pt x="1790757" y="999130"/>
                  </a:lnTo>
                  <a:lnTo>
                    <a:pt x="1743215" y="987130"/>
                  </a:lnTo>
                  <a:lnTo>
                    <a:pt x="1697584" y="970746"/>
                  </a:lnTo>
                  <a:lnTo>
                    <a:pt x="1654106" y="950218"/>
                  </a:lnTo>
                  <a:lnTo>
                    <a:pt x="1613020" y="925787"/>
                  </a:lnTo>
                  <a:lnTo>
                    <a:pt x="1574566" y="897692"/>
                  </a:lnTo>
                  <a:lnTo>
                    <a:pt x="1538984" y="866174"/>
                  </a:lnTo>
                  <a:lnTo>
                    <a:pt x="1506515" y="831473"/>
                  </a:lnTo>
                  <a:lnTo>
                    <a:pt x="1477399" y="793829"/>
                  </a:lnTo>
                  <a:lnTo>
                    <a:pt x="1447367" y="756948"/>
                  </a:lnTo>
                  <a:lnTo>
                    <a:pt x="1412997" y="725195"/>
                  </a:lnTo>
                  <a:lnTo>
                    <a:pt x="1374769" y="698644"/>
                  </a:lnTo>
                  <a:lnTo>
                    <a:pt x="1333312" y="677549"/>
                  </a:lnTo>
                  <a:lnTo>
                    <a:pt x="1289259" y="662165"/>
                  </a:lnTo>
                  <a:lnTo>
                    <a:pt x="1243241" y="652748"/>
                  </a:lnTo>
                  <a:lnTo>
                    <a:pt x="1195893" y="649552"/>
                  </a:lnTo>
                  <a:lnTo>
                    <a:pt x="5344825" y="649552"/>
                  </a:lnTo>
                  <a:lnTo>
                    <a:pt x="5330879" y="690197"/>
                  </a:lnTo>
                  <a:lnTo>
                    <a:pt x="5311928" y="732287"/>
                  </a:lnTo>
                  <a:lnTo>
                    <a:pt x="5289344" y="772224"/>
                  </a:lnTo>
                  <a:lnTo>
                    <a:pt x="5263339" y="809798"/>
                  </a:lnTo>
                  <a:lnTo>
                    <a:pt x="5234126" y="844796"/>
                  </a:lnTo>
                  <a:lnTo>
                    <a:pt x="5201914" y="877008"/>
                  </a:lnTo>
                  <a:lnTo>
                    <a:pt x="5166916" y="906222"/>
                  </a:lnTo>
                  <a:lnTo>
                    <a:pt x="5129342" y="932226"/>
                  </a:lnTo>
                  <a:lnTo>
                    <a:pt x="5089404" y="954810"/>
                  </a:lnTo>
                  <a:lnTo>
                    <a:pt x="5047314" y="973761"/>
                  </a:lnTo>
                  <a:lnTo>
                    <a:pt x="5003283" y="988869"/>
                  </a:lnTo>
                  <a:lnTo>
                    <a:pt x="4957523" y="999922"/>
                  </a:lnTo>
                  <a:lnTo>
                    <a:pt x="4913609" y="1006226"/>
                  </a:lnTo>
                  <a:close/>
                </a:path>
              </a:pathLst>
            </a:custGeom>
            <a:solidFill>
              <a:srgbClr val="139753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28" name="object 6"/>
            <p:cNvSpPr/>
            <p:nvPr/>
          </p:nvSpPr>
          <p:spPr>
            <a:xfrm>
              <a:off x="7803473" y="1148451"/>
              <a:ext cx="776605" cy="776605"/>
            </a:xfrm>
            <a:custGeom>
              <a:avLst/>
              <a:gdLst/>
              <a:ahLst/>
              <a:cxnLst/>
              <a:rect l="l" t="t" r="r" b="b"/>
              <a:pathLst>
                <a:path w="776604" h="776605">
                  <a:moveTo>
                    <a:pt x="388150" y="776301"/>
                  </a:moveTo>
                  <a:lnTo>
                    <a:pt x="340633" y="773381"/>
                  </a:lnTo>
                  <a:lnTo>
                    <a:pt x="293837" y="764668"/>
                  </a:lnTo>
                  <a:lnTo>
                    <a:pt x="248459" y="750292"/>
                  </a:lnTo>
                  <a:lnTo>
                    <a:pt x="205177" y="730468"/>
                  </a:lnTo>
                  <a:lnTo>
                    <a:pt x="164647" y="705494"/>
                  </a:lnTo>
                  <a:lnTo>
                    <a:pt x="127484" y="675750"/>
                  </a:lnTo>
                  <a:lnTo>
                    <a:pt x="94241" y="641682"/>
                  </a:lnTo>
                  <a:lnTo>
                    <a:pt x="65415" y="603795"/>
                  </a:lnTo>
                  <a:lnTo>
                    <a:pt x="41443" y="562664"/>
                  </a:lnTo>
                  <a:lnTo>
                    <a:pt x="22689" y="518914"/>
                  </a:lnTo>
                  <a:lnTo>
                    <a:pt x="9431" y="473197"/>
                  </a:lnTo>
                  <a:lnTo>
                    <a:pt x="1869" y="426195"/>
                  </a:lnTo>
                  <a:lnTo>
                    <a:pt x="0" y="388150"/>
                  </a:lnTo>
                  <a:lnTo>
                    <a:pt x="116" y="378621"/>
                  </a:lnTo>
                  <a:lnTo>
                    <a:pt x="4200" y="331196"/>
                  </a:lnTo>
                  <a:lnTo>
                    <a:pt x="14059" y="284628"/>
                  </a:lnTo>
                  <a:lnTo>
                    <a:pt x="29546" y="239611"/>
                  </a:lnTo>
                  <a:lnTo>
                    <a:pt x="50427" y="196829"/>
                  </a:lnTo>
                  <a:lnTo>
                    <a:pt x="76384" y="156929"/>
                  </a:lnTo>
                  <a:lnTo>
                    <a:pt x="107031" y="120506"/>
                  </a:lnTo>
                  <a:lnTo>
                    <a:pt x="141910" y="88106"/>
                  </a:lnTo>
                  <a:lnTo>
                    <a:pt x="180493" y="60218"/>
                  </a:lnTo>
                  <a:lnTo>
                    <a:pt x="222194" y="37266"/>
                  </a:lnTo>
                  <a:lnTo>
                    <a:pt x="266391" y="19591"/>
                  </a:lnTo>
                  <a:lnTo>
                    <a:pt x="312426" y="7458"/>
                  </a:lnTo>
                  <a:lnTo>
                    <a:pt x="359599" y="1051"/>
                  </a:lnTo>
                  <a:lnTo>
                    <a:pt x="388150" y="0"/>
                  </a:lnTo>
                  <a:lnTo>
                    <a:pt x="397679" y="116"/>
                  </a:lnTo>
                  <a:lnTo>
                    <a:pt x="445104" y="4201"/>
                  </a:lnTo>
                  <a:lnTo>
                    <a:pt x="491672" y="14059"/>
                  </a:lnTo>
                  <a:lnTo>
                    <a:pt x="536689" y="29546"/>
                  </a:lnTo>
                  <a:lnTo>
                    <a:pt x="579471" y="50427"/>
                  </a:lnTo>
                  <a:lnTo>
                    <a:pt x="619371" y="76384"/>
                  </a:lnTo>
                  <a:lnTo>
                    <a:pt x="655794" y="107031"/>
                  </a:lnTo>
                  <a:lnTo>
                    <a:pt x="688195" y="141910"/>
                  </a:lnTo>
                  <a:lnTo>
                    <a:pt x="716082" y="180493"/>
                  </a:lnTo>
                  <a:lnTo>
                    <a:pt x="739034" y="222194"/>
                  </a:lnTo>
                  <a:lnTo>
                    <a:pt x="756709" y="266391"/>
                  </a:lnTo>
                  <a:lnTo>
                    <a:pt x="768842" y="312425"/>
                  </a:lnTo>
                  <a:lnTo>
                    <a:pt x="775249" y="359599"/>
                  </a:lnTo>
                  <a:lnTo>
                    <a:pt x="776301" y="388150"/>
                  </a:lnTo>
                  <a:lnTo>
                    <a:pt x="776184" y="397679"/>
                  </a:lnTo>
                  <a:lnTo>
                    <a:pt x="772100" y="445103"/>
                  </a:lnTo>
                  <a:lnTo>
                    <a:pt x="762241" y="491672"/>
                  </a:lnTo>
                  <a:lnTo>
                    <a:pt x="746754" y="536688"/>
                  </a:lnTo>
                  <a:lnTo>
                    <a:pt x="725874" y="579471"/>
                  </a:lnTo>
                  <a:lnTo>
                    <a:pt x="699916" y="619371"/>
                  </a:lnTo>
                  <a:lnTo>
                    <a:pt x="669269" y="655793"/>
                  </a:lnTo>
                  <a:lnTo>
                    <a:pt x="634390" y="688194"/>
                  </a:lnTo>
                  <a:lnTo>
                    <a:pt x="595807" y="716081"/>
                  </a:lnTo>
                  <a:lnTo>
                    <a:pt x="554106" y="739034"/>
                  </a:lnTo>
                  <a:lnTo>
                    <a:pt x="509909" y="756709"/>
                  </a:lnTo>
                  <a:lnTo>
                    <a:pt x="463874" y="768842"/>
                  </a:lnTo>
                  <a:lnTo>
                    <a:pt x="416701" y="775249"/>
                  </a:lnTo>
                  <a:lnTo>
                    <a:pt x="388150" y="776301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7"/>
            <p:cNvSpPr/>
            <p:nvPr/>
          </p:nvSpPr>
          <p:spPr>
            <a:xfrm>
              <a:off x="11925593" y="1032123"/>
              <a:ext cx="2800350" cy="1006475"/>
            </a:xfrm>
            <a:custGeom>
              <a:avLst/>
              <a:gdLst/>
              <a:ahLst/>
              <a:cxnLst/>
              <a:rect l="l" t="t" r="r" b="b"/>
              <a:pathLst>
                <a:path w="2800350" h="1006475">
                  <a:moveTo>
                    <a:pt x="2347873" y="1006226"/>
                  </a:moveTo>
                  <a:lnTo>
                    <a:pt x="0" y="1006226"/>
                  </a:lnTo>
                  <a:lnTo>
                    <a:pt x="0" y="0"/>
                  </a:lnTo>
                  <a:lnTo>
                    <a:pt x="2294646" y="0"/>
                  </a:lnTo>
                  <a:lnTo>
                    <a:pt x="2344507" y="2369"/>
                  </a:lnTo>
                  <a:lnTo>
                    <a:pt x="2391787" y="9156"/>
                  </a:lnTo>
                  <a:lnTo>
                    <a:pt x="2437547" y="20209"/>
                  </a:lnTo>
                  <a:lnTo>
                    <a:pt x="2481578" y="35318"/>
                  </a:lnTo>
                  <a:lnTo>
                    <a:pt x="2523668" y="54269"/>
                  </a:lnTo>
                  <a:lnTo>
                    <a:pt x="2563606" y="76853"/>
                  </a:lnTo>
                  <a:lnTo>
                    <a:pt x="2601180" y="102857"/>
                  </a:lnTo>
                  <a:lnTo>
                    <a:pt x="2636178" y="132071"/>
                  </a:lnTo>
                  <a:lnTo>
                    <a:pt x="2668390" y="164283"/>
                  </a:lnTo>
                  <a:lnTo>
                    <a:pt x="2697604" y="199281"/>
                  </a:lnTo>
                  <a:lnTo>
                    <a:pt x="2723608" y="236855"/>
                  </a:lnTo>
                  <a:lnTo>
                    <a:pt x="2746192" y="276792"/>
                  </a:lnTo>
                  <a:lnTo>
                    <a:pt x="2765143" y="318882"/>
                  </a:lnTo>
                  <a:lnTo>
                    <a:pt x="2780251" y="362913"/>
                  </a:lnTo>
                  <a:lnTo>
                    <a:pt x="2791304" y="408674"/>
                  </a:lnTo>
                  <a:lnTo>
                    <a:pt x="2798091" y="455953"/>
                  </a:lnTo>
                  <a:lnTo>
                    <a:pt x="2799866" y="493300"/>
                  </a:lnTo>
                  <a:lnTo>
                    <a:pt x="2799866" y="515778"/>
                  </a:lnTo>
                  <a:lnTo>
                    <a:pt x="2791304" y="600405"/>
                  </a:lnTo>
                  <a:lnTo>
                    <a:pt x="2780251" y="646165"/>
                  </a:lnTo>
                  <a:lnTo>
                    <a:pt x="2765143" y="690197"/>
                  </a:lnTo>
                  <a:lnTo>
                    <a:pt x="2746192" y="732287"/>
                  </a:lnTo>
                  <a:lnTo>
                    <a:pt x="2723608" y="772224"/>
                  </a:lnTo>
                  <a:lnTo>
                    <a:pt x="2697604" y="809798"/>
                  </a:lnTo>
                  <a:lnTo>
                    <a:pt x="2668390" y="844796"/>
                  </a:lnTo>
                  <a:lnTo>
                    <a:pt x="2636178" y="877008"/>
                  </a:lnTo>
                  <a:lnTo>
                    <a:pt x="2601180" y="906222"/>
                  </a:lnTo>
                  <a:lnTo>
                    <a:pt x="2563606" y="932226"/>
                  </a:lnTo>
                  <a:lnTo>
                    <a:pt x="2523668" y="954810"/>
                  </a:lnTo>
                  <a:lnTo>
                    <a:pt x="2481578" y="973761"/>
                  </a:lnTo>
                  <a:lnTo>
                    <a:pt x="2437547" y="988869"/>
                  </a:lnTo>
                  <a:lnTo>
                    <a:pt x="2391787" y="999922"/>
                  </a:lnTo>
                  <a:lnTo>
                    <a:pt x="2347873" y="1006226"/>
                  </a:lnTo>
                  <a:close/>
                </a:path>
              </a:pathLst>
            </a:custGeom>
            <a:solidFill>
              <a:srgbClr val="13975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0" name="TextBox 29"/>
          <p:cNvSpPr txBox="1"/>
          <p:nvPr/>
        </p:nvSpPr>
        <p:spPr>
          <a:xfrm>
            <a:off x="6286998" y="2957861"/>
            <a:ext cx="124911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>
                <a:solidFill>
                  <a:schemeClr val="accent3">
                    <a:lumMod val="50000"/>
                  </a:schemeClr>
                </a:solidFill>
                <a:latin typeface="Arial Black" panose="020B0A04020102020204" pitchFamily="34" charset="0"/>
              </a:rPr>
              <a:t>02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629991" y="2923116"/>
            <a:ext cx="7892470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</a:rPr>
              <a:t>Only a small portion (0.5%) of the total water is fresh and accessible for human use.</a:t>
            </a:r>
          </a:p>
        </p:txBody>
      </p:sp>
      <p:grpSp>
        <p:nvGrpSpPr>
          <p:cNvPr id="32" name="object 4"/>
          <p:cNvGrpSpPr/>
          <p:nvPr/>
        </p:nvGrpSpPr>
        <p:grpSpPr>
          <a:xfrm>
            <a:off x="6037439" y="4502895"/>
            <a:ext cx="10994691" cy="1405818"/>
            <a:chOff x="7693089" y="1032123"/>
            <a:chExt cx="7032625" cy="1006475"/>
          </a:xfrm>
        </p:grpSpPr>
        <p:sp>
          <p:nvSpPr>
            <p:cNvPr id="33" name="object 5"/>
            <p:cNvSpPr/>
            <p:nvPr/>
          </p:nvSpPr>
          <p:spPr>
            <a:xfrm>
              <a:off x="7693089" y="1032123"/>
              <a:ext cx="5365750" cy="1006475"/>
            </a:xfrm>
            <a:custGeom>
              <a:avLst/>
              <a:gdLst/>
              <a:ahLst/>
              <a:cxnLst/>
              <a:rect l="l" t="t" r="r" b="b"/>
              <a:pathLst>
                <a:path w="5365750" h="1006475">
                  <a:moveTo>
                    <a:pt x="5344804" y="359466"/>
                  </a:moveTo>
                  <a:lnTo>
                    <a:pt x="1195770" y="359466"/>
                  </a:lnTo>
                  <a:lnTo>
                    <a:pt x="1243145" y="356270"/>
                  </a:lnTo>
                  <a:lnTo>
                    <a:pt x="1289184" y="346849"/>
                  </a:lnTo>
                  <a:lnTo>
                    <a:pt x="1333257" y="331455"/>
                  </a:lnTo>
                  <a:lnTo>
                    <a:pt x="1374733" y="310340"/>
                  </a:lnTo>
                  <a:lnTo>
                    <a:pt x="1412981" y="283756"/>
                  </a:lnTo>
                  <a:lnTo>
                    <a:pt x="1447373" y="251955"/>
                  </a:lnTo>
                  <a:lnTo>
                    <a:pt x="1477276" y="215189"/>
                  </a:lnTo>
                  <a:lnTo>
                    <a:pt x="1506392" y="177545"/>
                  </a:lnTo>
                  <a:lnTo>
                    <a:pt x="1538861" y="142844"/>
                  </a:lnTo>
                  <a:lnTo>
                    <a:pt x="1574443" y="111326"/>
                  </a:lnTo>
                  <a:lnTo>
                    <a:pt x="1612897" y="83231"/>
                  </a:lnTo>
                  <a:lnTo>
                    <a:pt x="1653983" y="58800"/>
                  </a:lnTo>
                  <a:lnTo>
                    <a:pt x="1697462" y="38272"/>
                  </a:lnTo>
                  <a:lnTo>
                    <a:pt x="1743092" y="21888"/>
                  </a:lnTo>
                  <a:lnTo>
                    <a:pt x="1790634" y="9888"/>
                  </a:lnTo>
                  <a:lnTo>
                    <a:pt x="1839848" y="2512"/>
                  </a:lnTo>
                  <a:lnTo>
                    <a:pt x="1890494" y="0"/>
                  </a:lnTo>
                  <a:lnTo>
                    <a:pt x="4860382" y="0"/>
                  </a:lnTo>
                  <a:lnTo>
                    <a:pt x="4910243" y="2369"/>
                  </a:lnTo>
                  <a:lnTo>
                    <a:pt x="4957523" y="9156"/>
                  </a:lnTo>
                  <a:lnTo>
                    <a:pt x="5003283" y="20209"/>
                  </a:lnTo>
                  <a:lnTo>
                    <a:pt x="5047314" y="35318"/>
                  </a:lnTo>
                  <a:lnTo>
                    <a:pt x="5089404" y="54269"/>
                  </a:lnTo>
                  <a:lnTo>
                    <a:pt x="5129342" y="76853"/>
                  </a:lnTo>
                  <a:lnTo>
                    <a:pt x="5166916" y="102857"/>
                  </a:lnTo>
                  <a:lnTo>
                    <a:pt x="5201914" y="132071"/>
                  </a:lnTo>
                  <a:lnTo>
                    <a:pt x="5234126" y="164283"/>
                  </a:lnTo>
                  <a:lnTo>
                    <a:pt x="5263339" y="199281"/>
                  </a:lnTo>
                  <a:lnTo>
                    <a:pt x="5289344" y="236855"/>
                  </a:lnTo>
                  <a:lnTo>
                    <a:pt x="5311928" y="276792"/>
                  </a:lnTo>
                  <a:lnTo>
                    <a:pt x="5330879" y="318882"/>
                  </a:lnTo>
                  <a:lnTo>
                    <a:pt x="5344804" y="359466"/>
                  </a:lnTo>
                  <a:close/>
                </a:path>
                <a:path w="5365750" h="1006475">
                  <a:moveTo>
                    <a:pt x="529591" y="1006226"/>
                  </a:moveTo>
                  <a:lnTo>
                    <a:pt x="473863" y="1006226"/>
                  </a:lnTo>
                  <a:lnTo>
                    <a:pt x="456439" y="1005433"/>
                  </a:lnTo>
                  <a:lnTo>
                    <a:pt x="410601" y="999130"/>
                  </a:lnTo>
                  <a:lnTo>
                    <a:pt x="410836" y="999130"/>
                  </a:lnTo>
                  <a:lnTo>
                    <a:pt x="367298" y="989066"/>
                  </a:lnTo>
                  <a:lnTo>
                    <a:pt x="324974" y="975185"/>
                  </a:lnTo>
                  <a:lnTo>
                    <a:pt x="284395" y="957753"/>
                  </a:lnTo>
                  <a:lnTo>
                    <a:pt x="245746" y="936955"/>
                  </a:lnTo>
                  <a:lnTo>
                    <a:pt x="209213" y="912978"/>
                  </a:lnTo>
                  <a:lnTo>
                    <a:pt x="174980" y="886005"/>
                  </a:lnTo>
                  <a:lnTo>
                    <a:pt x="143235" y="856223"/>
                  </a:lnTo>
                  <a:lnTo>
                    <a:pt x="114161" y="823816"/>
                  </a:lnTo>
                  <a:lnTo>
                    <a:pt x="87944" y="788971"/>
                  </a:lnTo>
                  <a:lnTo>
                    <a:pt x="64770" y="751873"/>
                  </a:lnTo>
                  <a:lnTo>
                    <a:pt x="44823" y="712706"/>
                  </a:lnTo>
                  <a:lnTo>
                    <a:pt x="28290" y="671657"/>
                  </a:lnTo>
                  <a:lnTo>
                    <a:pt x="15356" y="628911"/>
                  </a:lnTo>
                  <a:lnTo>
                    <a:pt x="6206" y="584653"/>
                  </a:lnTo>
                  <a:lnTo>
                    <a:pt x="1025" y="539069"/>
                  </a:lnTo>
                  <a:lnTo>
                    <a:pt x="20" y="493296"/>
                  </a:lnTo>
                  <a:lnTo>
                    <a:pt x="0" y="492343"/>
                  </a:lnTo>
                  <a:lnTo>
                    <a:pt x="3416" y="444609"/>
                  </a:lnTo>
                  <a:lnTo>
                    <a:pt x="11227" y="398195"/>
                  </a:lnTo>
                  <a:lnTo>
                    <a:pt x="23219" y="353310"/>
                  </a:lnTo>
                  <a:lnTo>
                    <a:pt x="39107" y="310340"/>
                  </a:lnTo>
                  <a:lnTo>
                    <a:pt x="58876" y="268954"/>
                  </a:lnTo>
                  <a:lnTo>
                    <a:pt x="82110" y="229898"/>
                  </a:lnTo>
                  <a:lnTo>
                    <a:pt x="108659" y="193200"/>
                  </a:lnTo>
                  <a:lnTo>
                    <a:pt x="138309" y="159067"/>
                  </a:lnTo>
                  <a:lnTo>
                    <a:pt x="170842" y="127707"/>
                  </a:lnTo>
                  <a:lnTo>
                    <a:pt x="206043" y="99327"/>
                  </a:lnTo>
                  <a:lnTo>
                    <a:pt x="243697" y="74134"/>
                  </a:lnTo>
                  <a:lnTo>
                    <a:pt x="283586" y="52337"/>
                  </a:lnTo>
                  <a:lnTo>
                    <a:pt x="325495" y="34141"/>
                  </a:lnTo>
                  <a:lnTo>
                    <a:pt x="369209" y="19756"/>
                  </a:lnTo>
                  <a:lnTo>
                    <a:pt x="414510" y="9387"/>
                  </a:lnTo>
                  <a:lnTo>
                    <a:pt x="461184" y="3243"/>
                  </a:lnTo>
                  <a:lnTo>
                    <a:pt x="509014" y="1532"/>
                  </a:lnTo>
                  <a:lnTo>
                    <a:pt x="558153" y="4493"/>
                  </a:lnTo>
                  <a:lnTo>
                    <a:pt x="605912" y="12053"/>
                  </a:lnTo>
                  <a:lnTo>
                    <a:pt x="652066" y="23989"/>
                  </a:lnTo>
                  <a:lnTo>
                    <a:pt x="696395" y="40077"/>
                  </a:lnTo>
                  <a:lnTo>
                    <a:pt x="738676" y="60094"/>
                  </a:lnTo>
                  <a:lnTo>
                    <a:pt x="778686" y="83819"/>
                  </a:lnTo>
                  <a:lnTo>
                    <a:pt x="816203" y="111027"/>
                  </a:lnTo>
                  <a:lnTo>
                    <a:pt x="851003" y="141497"/>
                  </a:lnTo>
                  <a:lnTo>
                    <a:pt x="882866" y="175005"/>
                  </a:lnTo>
                  <a:lnTo>
                    <a:pt x="911568" y="211328"/>
                  </a:lnTo>
                  <a:lnTo>
                    <a:pt x="942171" y="248481"/>
                  </a:lnTo>
                  <a:lnTo>
                    <a:pt x="976992" y="280901"/>
                  </a:lnTo>
                  <a:lnTo>
                    <a:pt x="1015501" y="308230"/>
                  </a:lnTo>
                  <a:lnTo>
                    <a:pt x="1057165" y="330109"/>
                  </a:lnTo>
                  <a:lnTo>
                    <a:pt x="1101452" y="346180"/>
                  </a:lnTo>
                  <a:lnTo>
                    <a:pt x="1147831" y="356085"/>
                  </a:lnTo>
                  <a:lnTo>
                    <a:pt x="1195770" y="359466"/>
                  </a:lnTo>
                  <a:lnTo>
                    <a:pt x="5344804" y="359466"/>
                  </a:lnTo>
                  <a:lnTo>
                    <a:pt x="5345987" y="362913"/>
                  </a:lnTo>
                  <a:lnTo>
                    <a:pt x="5357040" y="408674"/>
                  </a:lnTo>
                  <a:lnTo>
                    <a:pt x="5363827" y="455953"/>
                  </a:lnTo>
                  <a:lnTo>
                    <a:pt x="5365557" y="492343"/>
                  </a:lnTo>
                  <a:lnTo>
                    <a:pt x="5365602" y="515782"/>
                  </a:lnTo>
                  <a:lnTo>
                    <a:pt x="5363827" y="553126"/>
                  </a:lnTo>
                  <a:lnTo>
                    <a:pt x="5357040" y="600405"/>
                  </a:lnTo>
                  <a:lnTo>
                    <a:pt x="5345987" y="646165"/>
                  </a:lnTo>
                  <a:lnTo>
                    <a:pt x="5344825" y="649552"/>
                  </a:lnTo>
                  <a:lnTo>
                    <a:pt x="1195893" y="649552"/>
                  </a:lnTo>
                  <a:lnTo>
                    <a:pt x="1148551" y="652748"/>
                  </a:lnTo>
                  <a:lnTo>
                    <a:pt x="1102552" y="662165"/>
                  </a:lnTo>
                  <a:lnTo>
                    <a:pt x="1058519" y="677549"/>
                  </a:lnTo>
                  <a:lnTo>
                    <a:pt x="1017076" y="698644"/>
                  </a:lnTo>
                  <a:lnTo>
                    <a:pt x="978845" y="725195"/>
                  </a:lnTo>
                  <a:lnTo>
                    <a:pt x="944448" y="756948"/>
                  </a:lnTo>
                  <a:lnTo>
                    <a:pt x="914510" y="793645"/>
                  </a:lnTo>
                  <a:lnTo>
                    <a:pt x="885463" y="831075"/>
                  </a:lnTo>
                  <a:lnTo>
                    <a:pt x="853090" y="865575"/>
                  </a:lnTo>
                  <a:lnTo>
                    <a:pt x="817629" y="896907"/>
                  </a:lnTo>
                  <a:lnTo>
                    <a:pt x="779318" y="924833"/>
                  </a:lnTo>
                  <a:lnTo>
                    <a:pt x="738393" y="949116"/>
                  </a:lnTo>
                  <a:lnTo>
                    <a:pt x="695092" y="969517"/>
                  </a:lnTo>
                  <a:lnTo>
                    <a:pt x="649654" y="985799"/>
                  </a:lnTo>
                  <a:lnTo>
                    <a:pt x="602315" y="997723"/>
                  </a:lnTo>
                  <a:lnTo>
                    <a:pt x="553313" y="1005052"/>
                  </a:lnTo>
                  <a:lnTo>
                    <a:pt x="529591" y="1006226"/>
                  </a:lnTo>
                  <a:close/>
                </a:path>
                <a:path w="5365750" h="1006475">
                  <a:moveTo>
                    <a:pt x="4913609" y="1006226"/>
                  </a:moveTo>
                  <a:lnTo>
                    <a:pt x="1838101" y="1006226"/>
                  </a:lnTo>
                  <a:lnTo>
                    <a:pt x="1790757" y="999130"/>
                  </a:lnTo>
                  <a:lnTo>
                    <a:pt x="1743215" y="987130"/>
                  </a:lnTo>
                  <a:lnTo>
                    <a:pt x="1697584" y="970746"/>
                  </a:lnTo>
                  <a:lnTo>
                    <a:pt x="1654106" y="950218"/>
                  </a:lnTo>
                  <a:lnTo>
                    <a:pt x="1613020" y="925787"/>
                  </a:lnTo>
                  <a:lnTo>
                    <a:pt x="1574566" y="897692"/>
                  </a:lnTo>
                  <a:lnTo>
                    <a:pt x="1538984" y="866174"/>
                  </a:lnTo>
                  <a:lnTo>
                    <a:pt x="1506515" y="831473"/>
                  </a:lnTo>
                  <a:lnTo>
                    <a:pt x="1477399" y="793829"/>
                  </a:lnTo>
                  <a:lnTo>
                    <a:pt x="1447367" y="756948"/>
                  </a:lnTo>
                  <a:lnTo>
                    <a:pt x="1412997" y="725195"/>
                  </a:lnTo>
                  <a:lnTo>
                    <a:pt x="1374769" y="698644"/>
                  </a:lnTo>
                  <a:lnTo>
                    <a:pt x="1333312" y="677549"/>
                  </a:lnTo>
                  <a:lnTo>
                    <a:pt x="1289259" y="662165"/>
                  </a:lnTo>
                  <a:lnTo>
                    <a:pt x="1243241" y="652748"/>
                  </a:lnTo>
                  <a:lnTo>
                    <a:pt x="1195893" y="649552"/>
                  </a:lnTo>
                  <a:lnTo>
                    <a:pt x="5344825" y="649552"/>
                  </a:lnTo>
                  <a:lnTo>
                    <a:pt x="5330879" y="690197"/>
                  </a:lnTo>
                  <a:lnTo>
                    <a:pt x="5311928" y="732287"/>
                  </a:lnTo>
                  <a:lnTo>
                    <a:pt x="5289344" y="772224"/>
                  </a:lnTo>
                  <a:lnTo>
                    <a:pt x="5263339" y="809798"/>
                  </a:lnTo>
                  <a:lnTo>
                    <a:pt x="5234126" y="844796"/>
                  </a:lnTo>
                  <a:lnTo>
                    <a:pt x="5201914" y="877008"/>
                  </a:lnTo>
                  <a:lnTo>
                    <a:pt x="5166916" y="906222"/>
                  </a:lnTo>
                  <a:lnTo>
                    <a:pt x="5129342" y="932226"/>
                  </a:lnTo>
                  <a:lnTo>
                    <a:pt x="5089404" y="954810"/>
                  </a:lnTo>
                  <a:lnTo>
                    <a:pt x="5047314" y="973761"/>
                  </a:lnTo>
                  <a:lnTo>
                    <a:pt x="5003283" y="988869"/>
                  </a:lnTo>
                  <a:lnTo>
                    <a:pt x="4957523" y="999922"/>
                  </a:lnTo>
                  <a:lnTo>
                    <a:pt x="4913609" y="1006226"/>
                  </a:lnTo>
                  <a:close/>
                </a:path>
              </a:pathLst>
            </a:custGeom>
            <a:solidFill>
              <a:srgbClr val="13975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6"/>
            <p:cNvSpPr/>
            <p:nvPr/>
          </p:nvSpPr>
          <p:spPr>
            <a:xfrm>
              <a:off x="7803473" y="1148451"/>
              <a:ext cx="776605" cy="776605"/>
            </a:xfrm>
            <a:custGeom>
              <a:avLst/>
              <a:gdLst/>
              <a:ahLst/>
              <a:cxnLst/>
              <a:rect l="l" t="t" r="r" b="b"/>
              <a:pathLst>
                <a:path w="776604" h="776605">
                  <a:moveTo>
                    <a:pt x="388150" y="776301"/>
                  </a:moveTo>
                  <a:lnTo>
                    <a:pt x="340633" y="773381"/>
                  </a:lnTo>
                  <a:lnTo>
                    <a:pt x="293837" y="764668"/>
                  </a:lnTo>
                  <a:lnTo>
                    <a:pt x="248459" y="750292"/>
                  </a:lnTo>
                  <a:lnTo>
                    <a:pt x="205177" y="730468"/>
                  </a:lnTo>
                  <a:lnTo>
                    <a:pt x="164647" y="705494"/>
                  </a:lnTo>
                  <a:lnTo>
                    <a:pt x="127484" y="675750"/>
                  </a:lnTo>
                  <a:lnTo>
                    <a:pt x="94241" y="641682"/>
                  </a:lnTo>
                  <a:lnTo>
                    <a:pt x="65415" y="603795"/>
                  </a:lnTo>
                  <a:lnTo>
                    <a:pt x="41443" y="562664"/>
                  </a:lnTo>
                  <a:lnTo>
                    <a:pt x="22689" y="518914"/>
                  </a:lnTo>
                  <a:lnTo>
                    <a:pt x="9431" y="473197"/>
                  </a:lnTo>
                  <a:lnTo>
                    <a:pt x="1869" y="426195"/>
                  </a:lnTo>
                  <a:lnTo>
                    <a:pt x="0" y="388150"/>
                  </a:lnTo>
                  <a:lnTo>
                    <a:pt x="116" y="378621"/>
                  </a:lnTo>
                  <a:lnTo>
                    <a:pt x="4200" y="331196"/>
                  </a:lnTo>
                  <a:lnTo>
                    <a:pt x="14059" y="284628"/>
                  </a:lnTo>
                  <a:lnTo>
                    <a:pt x="29546" y="239611"/>
                  </a:lnTo>
                  <a:lnTo>
                    <a:pt x="50427" y="196829"/>
                  </a:lnTo>
                  <a:lnTo>
                    <a:pt x="76384" y="156929"/>
                  </a:lnTo>
                  <a:lnTo>
                    <a:pt x="107031" y="120506"/>
                  </a:lnTo>
                  <a:lnTo>
                    <a:pt x="141910" y="88106"/>
                  </a:lnTo>
                  <a:lnTo>
                    <a:pt x="180493" y="60218"/>
                  </a:lnTo>
                  <a:lnTo>
                    <a:pt x="222194" y="37266"/>
                  </a:lnTo>
                  <a:lnTo>
                    <a:pt x="266391" y="19591"/>
                  </a:lnTo>
                  <a:lnTo>
                    <a:pt x="312426" y="7458"/>
                  </a:lnTo>
                  <a:lnTo>
                    <a:pt x="359599" y="1051"/>
                  </a:lnTo>
                  <a:lnTo>
                    <a:pt x="388150" y="0"/>
                  </a:lnTo>
                  <a:lnTo>
                    <a:pt x="397679" y="116"/>
                  </a:lnTo>
                  <a:lnTo>
                    <a:pt x="445104" y="4201"/>
                  </a:lnTo>
                  <a:lnTo>
                    <a:pt x="491672" y="14059"/>
                  </a:lnTo>
                  <a:lnTo>
                    <a:pt x="536689" y="29546"/>
                  </a:lnTo>
                  <a:lnTo>
                    <a:pt x="579471" y="50427"/>
                  </a:lnTo>
                  <a:lnTo>
                    <a:pt x="619371" y="76384"/>
                  </a:lnTo>
                  <a:lnTo>
                    <a:pt x="655794" y="107031"/>
                  </a:lnTo>
                  <a:lnTo>
                    <a:pt x="688195" y="141910"/>
                  </a:lnTo>
                  <a:lnTo>
                    <a:pt x="716082" y="180493"/>
                  </a:lnTo>
                  <a:lnTo>
                    <a:pt x="739034" y="222194"/>
                  </a:lnTo>
                  <a:lnTo>
                    <a:pt x="756709" y="266391"/>
                  </a:lnTo>
                  <a:lnTo>
                    <a:pt x="768842" y="312425"/>
                  </a:lnTo>
                  <a:lnTo>
                    <a:pt x="775249" y="359599"/>
                  </a:lnTo>
                  <a:lnTo>
                    <a:pt x="776301" y="388150"/>
                  </a:lnTo>
                  <a:lnTo>
                    <a:pt x="776184" y="397679"/>
                  </a:lnTo>
                  <a:lnTo>
                    <a:pt x="772100" y="445103"/>
                  </a:lnTo>
                  <a:lnTo>
                    <a:pt x="762241" y="491672"/>
                  </a:lnTo>
                  <a:lnTo>
                    <a:pt x="746754" y="536688"/>
                  </a:lnTo>
                  <a:lnTo>
                    <a:pt x="725874" y="579471"/>
                  </a:lnTo>
                  <a:lnTo>
                    <a:pt x="699916" y="619371"/>
                  </a:lnTo>
                  <a:lnTo>
                    <a:pt x="669269" y="655793"/>
                  </a:lnTo>
                  <a:lnTo>
                    <a:pt x="634390" y="688194"/>
                  </a:lnTo>
                  <a:lnTo>
                    <a:pt x="595807" y="716081"/>
                  </a:lnTo>
                  <a:lnTo>
                    <a:pt x="554106" y="739034"/>
                  </a:lnTo>
                  <a:lnTo>
                    <a:pt x="509909" y="756709"/>
                  </a:lnTo>
                  <a:lnTo>
                    <a:pt x="463874" y="768842"/>
                  </a:lnTo>
                  <a:lnTo>
                    <a:pt x="416701" y="775249"/>
                  </a:lnTo>
                  <a:lnTo>
                    <a:pt x="388150" y="776301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7"/>
            <p:cNvSpPr/>
            <p:nvPr/>
          </p:nvSpPr>
          <p:spPr>
            <a:xfrm>
              <a:off x="11925593" y="1032123"/>
              <a:ext cx="2800350" cy="1006475"/>
            </a:xfrm>
            <a:custGeom>
              <a:avLst/>
              <a:gdLst/>
              <a:ahLst/>
              <a:cxnLst/>
              <a:rect l="l" t="t" r="r" b="b"/>
              <a:pathLst>
                <a:path w="2800350" h="1006475">
                  <a:moveTo>
                    <a:pt x="2347873" y="1006226"/>
                  </a:moveTo>
                  <a:lnTo>
                    <a:pt x="0" y="1006226"/>
                  </a:lnTo>
                  <a:lnTo>
                    <a:pt x="0" y="0"/>
                  </a:lnTo>
                  <a:lnTo>
                    <a:pt x="2294646" y="0"/>
                  </a:lnTo>
                  <a:lnTo>
                    <a:pt x="2344507" y="2369"/>
                  </a:lnTo>
                  <a:lnTo>
                    <a:pt x="2391787" y="9156"/>
                  </a:lnTo>
                  <a:lnTo>
                    <a:pt x="2437547" y="20209"/>
                  </a:lnTo>
                  <a:lnTo>
                    <a:pt x="2481578" y="35318"/>
                  </a:lnTo>
                  <a:lnTo>
                    <a:pt x="2523668" y="54269"/>
                  </a:lnTo>
                  <a:lnTo>
                    <a:pt x="2563606" y="76853"/>
                  </a:lnTo>
                  <a:lnTo>
                    <a:pt x="2601180" y="102857"/>
                  </a:lnTo>
                  <a:lnTo>
                    <a:pt x="2636178" y="132071"/>
                  </a:lnTo>
                  <a:lnTo>
                    <a:pt x="2668390" y="164283"/>
                  </a:lnTo>
                  <a:lnTo>
                    <a:pt x="2697604" y="199281"/>
                  </a:lnTo>
                  <a:lnTo>
                    <a:pt x="2723608" y="236855"/>
                  </a:lnTo>
                  <a:lnTo>
                    <a:pt x="2746192" y="276792"/>
                  </a:lnTo>
                  <a:lnTo>
                    <a:pt x="2765143" y="318882"/>
                  </a:lnTo>
                  <a:lnTo>
                    <a:pt x="2780251" y="362913"/>
                  </a:lnTo>
                  <a:lnTo>
                    <a:pt x="2791304" y="408674"/>
                  </a:lnTo>
                  <a:lnTo>
                    <a:pt x="2798091" y="455953"/>
                  </a:lnTo>
                  <a:lnTo>
                    <a:pt x="2799866" y="493300"/>
                  </a:lnTo>
                  <a:lnTo>
                    <a:pt x="2799866" y="515778"/>
                  </a:lnTo>
                  <a:lnTo>
                    <a:pt x="2791304" y="600405"/>
                  </a:lnTo>
                  <a:lnTo>
                    <a:pt x="2780251" y="646165"/>
                  </a:lnTo>
                  <a:lnTo>
                    <a:pt x="2765143" y="690197"/>
                  </a:lnTo>
                  <a:lnTo>
                    <a:pt x="2746192" y="732287"/>
                  </a:lnTo>
                  <a:lnTo>
                    <a:pt x="2723608" y="772224"/>
                  </a:lnTo>
                  <a:lnTo>
                    <a:pt x="2697604" y="809798"/>
                  </a:lnTo>
                  <a:lnTo>
                    <a:pt x="2668390" y="844796"/>
                  </a:lnTo>
                  <a:lnTo>
                    <a:pt x="2636178" y="877008"/>
                  </a:lnTo>
                  <a:lnTo>
                    <a:pt x="2601180" y="906222"/>
                  </a:lnTo>
                  <a:lnTo>
                    <a:pt x="2563606" y="932226"/>
                  </a:lnTo>
                  <a:lnTo>
                    <a:pt x="2523668" y="954810"/>
                  </a:lnTo>
                  <a:lnTo>
                    <a:pt x="2481578" y="973761"/>
                  </a:lnTo>
                  <a:lnTo>
                    <a:pt x="2437547" y="988869"/>
                  </a:lnTo>
                  <a:lnTo>
                    <a:pt x="2391787" y="999922"/>
                  </a:lnTo>
                  <a:lnTo>
                    <a:pt x="2347873" y="1006226"/>
                  </a:lnTo>
                  <a:close/>
                </a:path>
              </a:pathLst>
            </a:custGeom>
            <a:solidFill>
              <a:srgbClr val="13975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36" name="object 4"/>
          <p:cNvGrpSpPr/>
          <p:nvPr/>
        </p:nvGrpSpPr>
        <p:grpSpPr>
          <a:xfrm>
            <a:off x="6116173" y="6449467"/>
            <a:ext cx="10994691" cy="1405818"/>
            <a:chOff x="7693089" y="1032123"/>
            <a:chExt cx="7032625" cy="1006475"/>
          </a:xfrm>
        </p:grpSpPr>
        <p:sp>
          <p:nvSpPr>
            <p:cNvPr id="37" name="object 5"/>
            <p:cNvSpPr/>
            <p:nvPr/>
          </p:nvSpPr>
          <p:spPr>
            <a:xfrm>
              <a:off x="7693089" y="1032123"/>
              <a:ext cx="5365750" cy="1006475"/>
            </a:xfrm>
            <a:custGeom>
              <a:avLst/>
              <a:gdLst/>
              <a:ahLst/>
              <a:cxnLst/>
              <a:rect l="l" t="t" r="r" b="b"/>
              <a:pathLst>
                <a:path w="5365750" h="1006475">
                  <a:moveTo>
                    <a:pt x="5344804" y="359466"/>
                  </a:moveTo>
                  <a:lnTo>
                    <a:pt x="1195770" y="359466"/>
                  </a:lnTo>
                  <a:lnTo>
                    <a:pt x="1243145" y="356270"/>
                  </a:lnTo>
                  <a:lnTo>
                    <a:pt x="1289184" y="346849"/>
                  </a:lnTo>
                  <a:lnTo>
                    <a:pt x="1333257" y="331455"/>
                  </a:lnTo>
                  <a:lnTo>
                    <a:pt x="1374733" y="310340"/>
                  </a:lnTo>
                  <a:lnTo>
                    <a:pt x="1412981" y="283756"/>
                  </a:lnTo>
                  <a:lnTo>
                    <a:pt x="1447373" y="251955"/>
                  </a:lnTo>
                  <a:lnTo>
                    <a:pt x="1477276" y="215189"/>
                  </a:lnTo>
                  <a:lnTo>
                    <a:pt x="1506392" y="177545"/>
                  </a:lnTo>
                  <a:lnTo>
                    <a:pt x="1538861" y="142844"/>
                  </a:lnTo>
                  <a:lnTo>
                    <a:pt x="1574443" y="111326"/>
                  </a:lnTo>
                  <a:lnTo>
                    <a:pt x="1612897" y="83231"/>
                  </a:lnTo>
                  <a:lnTo>
                    <a:pt x="1653983" y="58800"/>
                  </a:lnTo>
                  <a:lnTo>
                    <a:pt x="1697462" y="38272"/>
                  </a:lnTo>
                  <a:lnTo>
                    <a:pt x="1743092" y="21888"/>
                  </a:lnTo>
                  <a:lnTo>
                    <a:pt x="1790634" y="9888"/>
                  </a:lnTo>
                  <a:lnTo>
                    <a:pt x="1839848" y="2512"/>
                  </a:lnTo>
                  <a:lnTo>
                    <a:pt x="1890494" y="0"/>
                  </a:lnTo>
                  <a:lnTo>
                    <a:pt x="4860382" y="0"/>
                  </a:lnTo>
                  <a:lnTo>
                    <a:pt x="4910243" y="2369"/>
                  </a:lnTo>
                  <a:lnTo>
                    <a:pt x="4957523" y="9156"/>
                  </a:lnTo>
                  <a:lnTo>
                    <a:pt x="5003283" y="20209"/>
                  </a:lnTo>
                  <a:lnTo>
                    <a:pt x="5047314" y="35318"/>
                  </a:lnTo>
                  <a:lnTo>
                    <a:pt x="5089404" y="54269"/>
                  </a:lnTo>
                  <a:lnTo>
                    <a:pt x="5129342" y="76853"/>
                  </a:lnTo>
                  <a:lnTo>
                    <a:pt x="5166916" y="102857"/>
                  </a:lnTo>
                  <a:lnTo>
                    <a:pt x="5201914" y="132071"/>
                  </a:lnTo>
                  <a:lnTo>
                    <a:pt x="5234126" y="164283"/>
                  </a:lnTo>
                  <a:lnTo>
                    <a:pt x="5263339" y="199281"/>
                  </a:lnTo>
                  <a:lnTo>
                    <a:pt x="5289344" y="236855"/>
                  </a:lnTo>
                  <a:lnTo>
                    <a:pt x="5311928" y="276792"/>
                  </a:lnTo>
                  <a:lnTo>
                    <a:pt x="5330879" y="318882"/>
                  </a:lnTo>
                  <a:lnTo>
                    <a:pt x="5344804" y="359466"/>
                  </a:lnTo>
                  <a:close/>
                </a:path>
                <a:path w="5365750" h="1006475">
                  <a:moveTo>
                    <a:pt x="529591" y="1006226"/>
                  </a:moveTo>
                  <a:lnTo>
                    <a:pt x="473863" y="1006226"/>
                  </a:lnTo>
                  <a:lnTo>
                    <a:pt x="456439" y="1005433"/>
                  </a:lnTo>
                  <a:lnTo>
                    <a:pt x="410601" y="999130"/>
                  </a:lnTo>
                  <a:lnTo>
                    <a:pt x="410836" y="999130"/>
                  </a:lnTo>
                  <a:lnTo>
                    <a:pt x="367298" y="989066"/>
                  </a:lnTo>
                  <a:lnTo>
                    <a:pt x="324974" y="975185"/>
                  </a:lnTo>
                  <a:lnTo>
                    <a:pt x="284395" y="957753"/>
                  </a:lnTo>
                  <a:lnTo>
                    <a:pt x="245746" y="936955"/>
                  </a:lnTo>
                  <a:lnTo>
                    <a:pt x="209213" y="912978"/>
                  </a:lnTo>
                  <a:lnTo>
                    <a:pt x="174980" y="886005"/>
                  </a:lnTo>
                  <a:lnTo>
                    <a:pt x="143235" y="856223"/>
                  </a:lnTo>
                  <a:lnTo>
                    <a:pt x="114161" y="823816"/>
                  </a:lnTo>
                  <a:lnTo>
                    <a:pt x="87944" y="788971"/>
                  </a:lnTo>
                  <a:lnTo>
                    <a:pt x="64770" y="751873"/>
                  </a:lnTo>
                  <a:lnTo>
                    <a:pt x="44823" y="712706"/>
                  </a:lnTo>
                  <a:lnTo>
                    <a:pt x="28290" y="671657"/>
                  </a:lnTo>
                  <a:lnTo>
                    <a:pt x="15356" y="628911"/>
                  </a:lnTo>
                  <a:lnTo>
                    <a:pt x="6206" y="584653"/>
                  </a:lnTo>
                  <a:lnTo>
                    <a:pt x="1025" y="539069"/>
                  </a:lnTo>
                  <a:lnTo>
                    <a:pt x="20" y="493296"/>
                  </a:lnTo>
                  <a:lnTo>
                    <a:pt x="0" y="492343"/>
                  </a:lnTo>
                  <a:lnTo>
                    <a:pt x="3416" y="444609"/>
                  </a:lnTo>
                  <a:lnTo>
                    <a:pt x="11227" y="398195"/>
                  </a:lnTo>
                  <a:lnTo>
                    <a:pt x="23219" y="353310"/>
                  </a:lnTo>
                  <a:lnTo>
                    <a:pt x="39107" y="310340"/>
                  </a:lnTo>
                  <a:lnTo>
                    <a:pt x="58876" y="268954"/>
                  </a:lnTo>
                  <a:lnTo>
                    <a:pt x="82110" y="229898"/>
                  </a:lnTo>
                  <a:lnTo>
                    <a:pt x="108659" y="193200"/>
                  </a:lnTo>
                  <a:lnTo>
                    <a:pt x="138309" y="159067"/>
                  </a:lnTo>
                  <a:lnTo>
                    <a:pt x="170842" y="127707"/>
                  </a:lnTo>
                  <a:lnTo>
                    <a:pt x="206043" y="99327"/>
                  </a:lnTo>
                  <a:lnTo>
                    <a:pt x="243697" y="74134"/>
                  </a:lnTo>
                  <a:lnTo>
                    <a:pt x="283586" y="52337"/>
                  </a:lnTo>
                  <a:lnTo>
                    <a:pt x="325495" y="34141"/>
                  </a:lnTo>
                  <a:lnTo>
                    <a:pt x="369209" y="19756"/>
                  </a:lnTo>
                  <a:lnTo>
                    <a:pt x="414510" y="9387"/>
                  </a:lnTo>
                  <a:lnTo>
                    <a:pt x="461184" y="3243"/>
                  </a:lnTo>
                  <a:lnTo>
                    <a:pt x="509014" y="1532"/>
                  </a:lnTo>
                  <a:lnTo>
                    <a:pt x="558153" y="4493"/>
                  </a:lnTo>
                  <a:lnTo>
                    <a:pt x="605912" y="12053"/>
                  </a:lnTo>
                  <a:lnTo>
                    <a:pt x="652066" y="23989"/>
                  </a:lnTo>
                  <a:lnTo>
                    <a:pt x="696395" y="40077"/>
                  </a:lnTo>
                  <a:lnTo>
                    <a:pt x="738676" y="60094"/>
                  </a:lnTo>
                  <a:lnTo>
                    <a:pt x="778686" y="83819"/>
                  </a:lnTo>
                  <a:lnTo>
                    <a:pt x="816203" y="111027"/>
                  </a:lnTo>
                  <a:lnTo>
                    <a:pt x="851003" y="141497"/>
                  </a:lnTo>
                  <a:lnTo>
                    <a:pt x="882866" y="175005"/>
                  </a:lnTo>
                  <a:lnTo>
                    <a:pt x="911568" y="211328"/>
                  </a:lnTo>
                  <a:lnTo>
                    <a:pt x="942171" y="248481"/>
                  </a:lnTo>
                  <a:lnTo>
                    <a:pt x="976992" y="280901"/>
                  </a:lnTo>
                  <a:lnTo>
                    <a:pt x="1015501" y="308230"/>
                  </a:lnTo>
                  <a:lnTo>
                    <a:pt x="1057165" y="330109"/>
                  </a:lnTo>
                  <a:lnTo>
                    <a:pt x="1101452" y="346180"/>
                  </a:lnTo>
                  <a:lnTo>
                    <a:pt x="1147831" y="356085"/>
                  </a:lnTo>
                  <a:lnTo>
                    <a:pt x="1195770" y="359466"/>
                  </a:lnTo>
                  <a:lnTo>
                    <a:pt x="5344804" y="359466"/>
                  </a:lnTo>
                  <a:lnTo>
                    <a:pt x="5345987" y="362913"/>
                  </a:lnTo>
                  <a:lnTo>
                    <a:pt x="5357040" y="408674"/>
                  </a:lnTo>
                  <a:lnTo>
                    <a:pt x="5363827" y="455953"/>
                  </a:lnTo>
                  <a:lnTo>
                    <a:pt x="5365557" y="492343"/>
                  </a:lnTo>
                  <a:lnTo>
                    <a:pt x="5365602" y="515782"/>
                  </a:lnTo>
                  <a:lnTo>
                    <a:pt x="5363827" y="553126"/>
                  </a:lnTo>
                  <a:lnTo>
                    <a:pt x="5357040" y="600405"/>
                  </a:lnTo>
                  <a:lnTo>
                    <a:pt x="5345987" y="646165"/>
                  </a:lnTo>
                  <a:lnTo>
                    <a:pt x="5344825" y="649552"/>
                  </a:lnTo>
                  <a:lnTo>
                    <a:pt x="1195893" y="649552"/>
                  </a:lnTo>
                  <a:lnTo>
                    <a:pt x="1148551" y="652748"/>
                  </a:lnTo>
                  <a:lnTo>
                    <a:pt x="1102552" y="662165"/>
                  </a:lnTo>
                  <a:lnTo>
                    <a:pt x="1058519" y="677549"/>
                  </a:lnTo>
                  <a:lnTo>
                    <a:pt x="1017076" y="698644"/>
                  </a:lnTo>
                  <a:lnTo>
                    <a:pt x="978845" y="725195"/>
                  </a:lnTo>
                  <a:lnTo>
                    <a:pt x="944448" y="756948"/>
                  </a:lnTo>
                  <a:lnTo>
                    <a:pt x="914510" y="793645"/>
                  </a:lnTo>
                  <a:lnTo>
                    <a:pt x="885463" y="831075"/>
                  </a:lnTo>
                  <a:lnTo>
                    <a:pt x="853090" y="865575"/>
                  </a:lnTo>
                  <a:lnTo>
                    <a:pt x="817629" y="896907"/>
                  </a:lnTo>
                  <a:lnTo>
                    <a:pt x="779318" y="924833"/>
                  </a:lnTo>
                  <a:lnTo>
                    <a:pt x="738393" y="949116"/>
                  </a:lnTo>
                  <a:lnTo>
                    <a:pt x="695092" y="969517"/>
                  </a:lnTo>
                  <a:lnTo>
                    <a:pt x="649654" y="985799"/>
                  </a:lnTo>
                  <a:lnTo>
                    <a:pt x="602315" y="997723"/>
                  </a:lnTo>
                  <a:lnTo>
                    <a:pt x="553313" y="1005052"/>
                  </a:lnTo>
                  <a:lnTo>
                    <a:pt x="529591" y="1006226"/>
                  </a:lnTo>
                  <a:close/>
                </a:path>
                <a:path w="5365750" h="1006475">
                  <a:moveTo>
                    <a:pt x="4913609" y="1006226"/>
                  </a:moveTo>
                  <a:lnTo>
                    <a:pt x="1838101" y="1006226"/>
                  </a:lnTo>
                  <a:lnTo>
                    <a:pt x="1790757" y="999130"/>
                  </a:lnTo>
                  <a:lnTo>
                    <a:pt x="1743215" y="987130"/>
                  </a:lnTo>
                  <a:lnTo>
                    <a:pt x="1697584" y="970746"/>
                  </a:lnTo>
                  <a:lnTo>
                    <a:pt x="1654106" y="950218"/>
                  </a:lnTo>
                  <a:lnTo>
                    <a:pt x="1613020" y="925787"/>
                  </a:lnTo>
                  <a:lnTo>
                    <a:pt x="1574566" y="897692"/>
                  </a:lnTo>
                  <a:lnTo>
                    <a:pt x="1538984" y="866174"/>
                  </a:lnTo>
                  <a:lnTo>
                    <a:pt x="1506515" y="831473"/>
                  </a:lnTo>
                  <a:lnTo>
                    <a:pt x="1477399" y="793829"/>
                  </a:lnTo>
                  <a:lnTo>
                    <a:pt x="1447367" y="756948"/>
                  </a:lnTo>
                  <a:lnTo>
                    <a:pt x="1412997" y="725195"/>
                  </a:lnTo>
                  <a:lnTo>
                    <a:pt x="1374769" y="698644"/>
                  </a:lnTo>
                  <a:lnTo>
                    <a:pt x="1333312" y="677549"/>
                  </a:lnTo>
                  <a:lnTo>
                    <a:pt x="1289259" y="662165"/>
                  </a:lnTo>
                  <a:lnTo>
                    <a:pt x="1243241" y="652748"/>
                  </a:lnTo>
                  <a:lnTo>
                    <a:pt x="1195893" y="649552"/>
                  </a:lnTo>
                  <a:lnTo>
                    <a:pt x="5344825" y="649552"/>
                  </a:lnTo>
                  <a:lnTo>
                    <a:pt x="5330879" y="690197"/>
                  </a:lnTo>
                  <a:lnTo>
                    <a:pt x="5311928" y="732287"/>
                  </a:lnTo>
                  <a:lnTo>
                    <a:pt x="5289344" y="772224"/>
                  </a:lnTo>
                  <a:lnTo>
                    <a:pt x="5263339" y="809798"/>
                  </a:lnTo>
                  <a:lnTo>
                    <a:pt x="5234126" y="844796"/>
                  </a:lnTo>
                  <a:lnTo>
                    <a:pt x="5201914" y="877008"/>
                  </a:lnTo>
                  <a:lnTo>
                    <a:pt x="5166916" y="906222"/>
                  </a:lnTo>
                  <a:lnTo>
                    <a:pt x="5129342" y="932226"/>
                  </a:lnTo>
                  <a:lnTo>
                    <a:pt x="5089404" y="954810"/>
                  </a:lnTo>
                  <a:lnTo>
                    <a:pt x="5047314" y="973761"/>
                  </a:lnTo>
                  <a:lnTo>
                    <a:pt x="5003283" y="988869"/>
                  </a:lnTo>
                  <a:lnTo>
                    <a:pt x="4957523" y="999922"/>
                  </a:lnTo>
                  <a:lnTo>
                    <a:pt x="4913609" y="1006226"/>
                  </a:lnTo>
                  <a:close/>
                </a:path>
              </a:pathLst>
            </a:custGeom>
            <a:solidFill>
              <a:srgbClr val="13975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6"/>
            <p:cNvSpPr/>
            <p:nvPr/>
          </p:nvSpPr>
          <p:spPr>
            <a:xfrm>
              <a:off x="7803473" y="1148451"/>
              <a:ext cx="776605" cy="776605"/>
            </a:xfrm>
            <a:custGeom>
              <a:avLst/>
              <a:gdLst/>
              <a:ahLst/>
              <a:cxnLst/>
              <a:rect l="l" t="t" r="r" b="b"/>
              <a:pathLst>
                <a:path w="776604" h="776605">
                  <a:moveTo>
                    <a:pt x="388150" y="776301"/>
                  </a:moveTo>
                  <a:lnTo>
                    <a:pt x="340633" y="773381"/>
                  </a:lnTo>
                  <a:lnTo>
                    <a:pt x="293837" y="764668"/>
                  </a:lnTo>
                  <a:lnTo>
                    <a:pt x="248459" y="750292"/>
                  </a:lnTo>
                  <a:lnTo>
                    <a:pt x="205177" y="730468"/>
                  </a:lnTo>
                  <a:lnTo>
                    <a:pt x="164647" y="705494"/>
                  </a:lnTo>
                  <a:lnTo>
                    <a:pt x="127484" y="675750"/>
                  </a:lnTo>
                  <a:lnTo>
                    <a:pt x="94241" y="641682"/>
                  </a:lnTo>
                  <a:lnTo>
                    <a:pt x="65415" y="603795"/>
                  </a:lnTo>
                  <a:lnTo>
                    <a:pt x="41443" y="562664"/>
                  </a:lnTo>
                  <a:lnTo>
                    <a:pt x="22689" y="518914"/>
                  </a:lnTo>
                  <a:lnTo>
                    <a:pt x="9431" y="473197"/>
                  </a:lnTo>
                  <a:lnTo>
                    <a:pt x="1869" y="426195"/>
                  </a:lnTo>
                  <a:lnTo>
                    <a:pt x="0" y="388150"/>
                  </a:lnTo>
                  <a:lnTo>
                    <a:pt x="116" y="378621"/>
                  </a:lnTo>
                  <a:lnTo>
                    <a:pt x="4200" y="331196"/>
                  </a:lnTo>
                  <a:lnTo>
                    <a:pt x="14059" y="284628"/>
                  </a:lnTo>
                  <a:lnTo>
                    <a:pt x="29546" y="239611"/>
                  </a:lnTo>
                  <a:lnTo>
                    <a:pt x="50427" y="196829"/>
                  </a:lnTo>
                  <a:lnTo>
                    <a:pt x="76384" y="156929"/>
                  </a:lnTo>
                  <a:lnTo>
                    <a:pt x="107031" y="120506"/>
                  </a:lnTo>
                  <a:lnTo>
                    <a:pt x="141910" y="88106"/>
                  </a:lnTo>
                  <a:lnTo>
                    <a:pt x="180493" y="60218"/>
                  </a:lnTo>
                  <a:lnTo>
                    <a:pt x="222194" y="37266"/>
                  </a:lnTo>
                  <a:lnTo>
                    <a:pt x="266391" y="19591"/>
                  </a:lnTo>
                  <a:lnTo>
                    <a:pt x="312426" y="7458"/>
                  </a:lnTo>
                  <a:lnTo>
                    <a:pt x="359599" y="1051"/>
                  </a:lnTo>
                  <a:lnTo>
                    <a:pt x="388150" y="0"/>
                  </a:lnTo>
                  <a:lnTo>
                    <a:pt x="397679" y="116"/>
                  </a:lnTo>
                  <a:lnTo>
                    <a:pt x="445104" y="4201"/>
                  </a:lnTo>
                  <a:lnTo>
                    <a:pt x="491672" y="14059"/>
                  </a:lnTo>
                  <a:lnTo>
                    <a:pt x="536689" y="29546"/>
                  </a:lnTo>
                  <a:lnTo>
                    <a:pt x="579471" y="50427"/>
                  </a:lnTo>
                  <a:lnTo>
                    <a:pt x="619371" y="76384"/>
                  </a:lnTo>
                  <a:lnTo>
                    <a:pt x="655794" y="107031"/>
                  </a:lnTo>
                  <a:lnTo>
                    <a:pt x="688195" y="141910"/>
                  </a:lnTo>
                  <a:lnTo>
                    <a:pt x="716082" y="180493"/>
                  </a:lnTo>
                  <a:lnTo>
                    <a:pt x="739034" y="222194"/>
                  </a:lnTo>
                  <a:lnTo>
                    <a:pt x="756709" y="266391"/>
                  </a:lnTo>
                  <a:lnTo>
                    <a:pt x="768842" y="312425"/>
                  </a:lnTo>
                  <a:lnTo>
                    <a:pt x="775249" y="359599"/>
                  </a:lnTo>
                  <a:lnTo>
                    <a:pt x="776301" y="388150"/>
                  </a:lnTo>
                  <a:lnTo>
                    <a:pt x="776184" y="397679"/>
                  </a:lnTo>
                  <a:lnTo>
                    <a:pt x="772100" y="445103"/>
                  </a:lnTo>
                  <a:lnTo>
                    <a:pt x="762241" y="491672"/>
                  </a:lnTo>
                  <a:lnTo>
                    <a:pt x="746754" y="536688"/>
                  </a:lnTo>
                  <a:lnTo>
                    <a:pt x="725874" y="579471"/>
                  </a:lnTo>
                  <a:lnTo>
                    <a:pt x="699916" y="619371"/>
                  </a:lnTo>
                  <a:lnTo>
                    <a:pt x="669269" y="655793"/>
                  </a:lnTo>
                  <a:lnTo>
                    <a:pt x="634390" y="688194"/>
                  </a:lnTo>
                  <a:lnTo>
                    <a:pt x="595807" y="716081"/>
                  </a:lnTo>
                  <a:lnTo>
                    <a:pt x="554106" y="739034"/>
                  </a:lnTo>
                  <a:lnTo>
                    <a:pt x="509909" y="756709"/>
                  </a:lnTo>
                  <a:lnTo>
                    <a:pt x="463874" y="768842"/>
                  </a:lnTo>
                  <a:lnTo>
                    <a:pt x="416701" y="775249"/>
                  </a:lnTo>
                  <a:lnTo>
                    <a:pt x="388150" y="776301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7"/>
            <p:cNvSpPr/>
            <p:nvPr/>
          </p:nvSpPr>
          <p:spPr>
            <a:xfrm>
              <a:off x="11925593" y="1032123"/>
              <a:ext cx="2800350" cy="1006475"/>
            </a:xfrm>
            <a:custGeom>
              <a:avLst/>
              <a:gdLst/>
              <a:ahLst/>
              <a:cxnLst/>
              <a:rect l="l" t="t" r="r" b="b"/>
              <a:pathLst>
                <a:path w="2800350" h="1006475">
                  <a:moveTo>
                    <a:pt x="2347873" y="1006226"/>
                  </a:moveTo>
                  <a:lnTo>
                    <a:pt x="0" y="1006226"/>
                  </a:lnTo>
                  <a:lnTo>
                    <a:pt x="0" y="0"/>
                  </a:lnTo>
                  <a:lnTo>
                    <a:pt x="2294646" y="0"/>
                  </a:lnTo>
                  <a:lnTo>
                    <a:pt x="2344507" y="2369"/>
                  </a:lnTo>
                  <a:lnTo>
                    <a:pt x="2391787" y="9156"/>
                  </a:lnTo>
                  <a:lnTo>
                    <a:pt x="2437547" y="20209"/>
                  </a:lnTo>
                  <a:lnTo>
                    <a:pt x="2481578" y="35318"/>
                  </a:lnTo>
                  <a:lnTo>
                    <a:pt x="2523668" y="54269"/>
                  </a:lnTo>
                  <a:lnTo>
                    <a:pt x="2563606" y="76853"/>
                  </a:lnTo>
                  <a:lnTo>
                    <a:pt x="2601180" y="102857"/>
                  </a:lnTo>
                  <a:lnTo>
                    <a:pt x="2636178" y="132071"/>
                  </a:lnTo>
                  <a:lnTo>
                    <a:pt x="2668390" y="164283"/>
                  </a:lnTo>
                  <a:lnTo>
                    <a:pt x="2697604" y="199281"/>
                  </a:lnTo>
                  <a:lnTo>
                    <a:pt x="2723608" y="236855"/>
                  </a:lnTo>
                  <a:lnTo>
                    <a:pt x="2746192" y="276792"/>
                  </a:lnTo>
                  <a:lnTo>
                    <a:pt x="2765143" y="318882"/>
                  </a:lnTo>
                  <a:lnTo>
                    <a:pt x="2780251" y="362913"/>
                  </a:lnTo>
                  <a:lnTo>
                    <a:pt x="2791304" y="408674"/>
                  </a:lnTo>
                  <a:lnTo>
                    <a:pt x="2798091" y="455953"/>
                  </a:lnTo>
                  <a:lnTo>
                    <a:pt x="2799866" y="493300"/>
                  </a:lnTo>
                  <a:lnTo>
                    <a:pt x="2799866" y="515778"/>
                  </a:lnTo>
                  <a:lnTo>
                    <a:pt x="2791304" y="600405"/>
                  </a:lnTo>
                  <a:lnTo>
                    <a:pt x="2780251" y="646165"/>
                  </a:lnTo>
                  <a:lnTo>
                    <a:pt x="2765143" y="690197"/>
                  </a:lnTo>
                  <a:lnTo>
                    <a:pt x="2746192" y="732287"/>
                  </a:lnTo>
                  <a:lnTo>
                    <a:pt x="2723608" y="772224"/>
                  </a:lnTo>
                  <a:lnTo>
                    <a:pt x="2697604" y="809798"/>
                  </a:lnTo>
                  <a:lnTo>
                    <a:pt x="2668390" y="844796"/>
                  </a:lnTo>
                  <a:lnTo>
                    <a:pt x="2636178" y="877008"/>
                  </a:lnTo>
                  <a:lnTo>
                    <a:pt x="2601180" y="906222"/>
                  </a:lnTo>
                  <a:lnTo>
                    <a:pt x="2563606" y="932226"/>
                  </a:lnTo>
                  <a:lnTo>
                    <a:pt x="2523668" y="954810"/>
                  </a:lnTo>
                  <a:lnTo>
                    <a:pt x="2481578" y="973761"/>
                  </a:lnTo>
                  <a:lnTo>
                    <a:pt x="2437547" y="988869"/>
                  </a:lnTo>
                  <a:lnTo>
                    <a:pt x="2391787" y="999922"/>
                  </a:lnTo>
                  <a:lnTo>
                    <a:pt x="2347873" y="1006226"/>
                  </a:lnTo>
                  <a:close/>
                </a:path>
              </a:pathLst>
            </a:custGeom>
            <a:solidFill>
              <a:srgbClr val="13975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40" name="object 4"/>
          <p:cNvGrpSpPr/>
          <p:nvPr/>
        </p:nvGrpSpPr>
        <p:grpSpPr>
          <a:xfrm>
            <a:off x="6131771" y="8396039"/>
            <a:ext cx="10994691" cy="1405818"/>
            <a:chOff x="7693089" y="1032123"/>
            <a:chExt cx="7032625" cy="1006475"/>
          </a:xfrm>
        </p:grpSpPr>
        <p:sp>
          <p:nvSpPr>
            <p:cNvPr id="41" name="object 5"/>
            <p:cNvSpPr/>
            <p:nvPr/>
          </p:nvSpPr>
          <p:spPr>
            <a:xfrm>
              <a:off x="7693089" y="1032123"/>
              <a:ext cx="5365750" cy="1006475"/>
            </a:xfrm>
            <a:custGeom>
              <a:avLst/>
              <a:gdLst/>
              <a:ahLst/>
              <a:cxnLst/>
              <a:rect l="l" t="t" r="r" b="b"/>
              <a:pathLst>
                <a:path w="5365750" h="1006475">
                  <a:moveTo>
                    <a:pt x="5344804" y="359466"/>
                  </a:moveTo>
                  <a:lnTo>
                    <a:pt x="1195770" y="359466"/>
                  </a:lnTo>
                  <a:lnTo>
                    <a:pt x="1243145" y="356270"/>
                  </a:lnTo>
                  <a:lnTo>
                    <a:pt x="1289184" y="346849"/>
                  </a:lnTo>
                  <a:lnTo>
                    <a:pt x="1333257" y="331455"/>
                  </a:lnTo>
                  <a:lnTo>
                    <a:pt x="1374733" y="310340"/>
                  </a:lnTo>
                  <a:lnTo>
                    <a:pt x="1412981" y="283756"/>
                  </a:lnTo>
                  <a:lnTo>
                    <a:pt x="1447373" y="251955"/>
                  </a:lnTo>
                  <a:lnTo>
                    <a:pt x="1477276" y="215189"/>
                  </a:lnTo>
                  <a:lnTo>
                    <a:pt x="1506392" y="177545"/>
                  </a:lnTo>
                  <a:lnTo>
                    <a:pt x="1538861" y="142844"/>
                  </a:lnTo>
                  <a:lnTo>
                    <a:pt x="1574443" y="111326"/>
                  </a:lnTo>
                  <a:lnTo>
                    <a:pt x="1612897" y="83231"/>
                  </a:lnTo>
                  <a:lnTo>
                    <a:pt x="1653983" y="58800"/>
                  </a:lnTo>
                  <a:lnTo>
                    <a:pt x="1697462" y="38272"/>
                  </a:lnTo>
                  <a:lnTo>
                    <a:pt x="1743092" y="21888"/>
                  </a:lnTo>
                  <a:lnTo>
                    <a:pt x="1790634" y="9888"/>
                  </a:lnTo>
                  <a:lnTo>
                    <a:pt x="1839848" y="2512"/>
                  </a:lnTo>
                  <a:lnTo>
                    <a:pt x="1890494" y="0"/>
                  </a:lnTo>
                  <a:lnTo>
                    <a:pt x="4860382" y="0"/>
                  </a:lnTo>
                  <a:lnTo>
                    <a:pt x="4910243" y="2369"/>
                  </a:lnTo>
                  <a:lnTo>
                    <a:pt x="4957523" y="9156"/>
                  </a:lnTo>
                  <a:lnTo>
                    <a:pt x="5003283" y="20209"/>
                  </a:lnTo>
                  <a:lnTo>
                    <a:pt x="5047314" y="35318"/>
                  </a:lnTo>
                  <a:lnTo>
                    <a:pt x="5089404" y="54269"/>
                  </a:lnTo>
                  <a:lnTo>
                    <a:pt x="5129342" y="76853"/>
                  </a:lnTo>
                  <a:lnTo>
                    <a:pt x="5166916" y="102857"/>
                  </a:lnTo>
                  <a:lnTo>
                    <a:pt x="5201914" y="132071"/>
                  </a:lnTo>
                  <a:lnTo>
                    <a:pt x="5234126" y="164283"/>
                  </a:lnTo>
                  <a:lnTo>
                    <a:pt x="5263339" y="199281"/>
                  </a:lnTo>
                  <a:lnTo>
                    <a:pt x="5289344" y="236855"/>
                  </a:lnTo>
                  <a:lnTo>
                    <a:pt x="5311928" y="276792"/>
                  </a:lnTo>
                  <a:lnTo>
                    <a:pt x="5330879" y="318882"/>
                  </a:lnTo>
                  <a:lnTo>
                    <a:pt x="5344804" y="359466"/>
                  </a:lnTo>
                  <a:close/>
                </a:path>
                <a:path w="5365750" h="1006475">
                  <a:moveTo>
                    <a:pt x="529591" y="1006226"/>
                  </a:moveTo>
                  <a:lnTo>
                    <a:pt x="473863" y="1006226"/>
                  </a:lnTo>
                  <a:lnTo>
                    <a:pt x="456439" y="1005433"/>
                  </a:lnTo>
                  <a:lnTo>
                    <a:pt x="410601" y="999130"/>
                  </a:lnTo>
                  <a:lnTo>
                    <a:pt x="410836" y="999130"/>
                  </a:lnTo>
                  <a:lnTo>
                    <a:pt x="367298" y="989066"/>
                  </a:lnTo>
                  <a:lnTo>
                    <a:pt x="324974" y="975185"/>
                  </a:lnTo>
                  <a:lnTo>
                    <a:pt x="284395" y="957753"/>
                  </a:lnTo>
                  <a:lnTo>
                    <a:pt x="245746" y="936955"/>
                  </a:lnTo>
                  <a:lnTo>
                    <a:pt x="209213" y="912978"/>
                  </a:lnTo>
                  <a:lnTo>
                    <a:pt x="174980" y="886005"/>
                  </a:lnTo>
                  <a:lnTo>
                    <a:pt x="143235" y="856223"/>
                  </a:lnTo>
                  <a:lnTo>
                    <a:pt x="114161" y="823816"/>
                  </a:lnTo>
                  <a:lnTo>
                    <a:pt x="87944" y="788971"/>
                  </a:lnTo>
                  <a:lnTo>
                    <a:pt x="64770" y="751873"/>
                  </a:lnTo>
                  <a:lnTo>
                    <a:pt x="44823" y="712706"/>
                  </a:lnTo>
                  <a:lnTo>
                    <a:pt x="28290" y="671657"/>
                  </a:lnTo>
                  <a:lnTo>
                    <a:pt x="15356" y="628911"/>
                  </a:lnTo>
                  <a:lnTo>
                    <a:pt x="6206" y="584653"/>
                  </a:lnTo>
                  <a:lnTo>
                    <a:pt x="1025" y="539069"/>
                  </a:lnTo>
                  <a:lnTo>
                    <a:pt x="20" y="493296"/>
                  </a:lnTo>
                  <a:lnTo>
                    <a:pt x="0" y="492343"/>
                  </a:lnTo>
                  <a:lnTo>
                    <a:pt x="3416" y="444609"/>
                  </a:lnTo>
                  <a:lnTo>
                    <a:pt x="11227" y="398195"/>
                  </a:lnTo>
                  <a:lnTo>
                    <a:pt x="23219" y="353310"/>
                  </a:lnTo>
                  <a:lnTo>
                    <a:pt x="39107" y="310340"/>
                  </a:lnTo>
                  <a:lnTo>
                    <a:pt x="58876" y="268954"/>
                  </a:lnTo>
                  <a:lnTo>
                    <a:pt x="82110" y="229898"/>
                  </a:lnTo>
                  <a:lnTo>
                    <a:pt x="108659" y="193200"/>
                  </a:lnTo>
                  <a:lnTo>
                    <a:pt x="138309" y="159067"/>
                  </a:lnTo>
                  <a:lnTo>
                    <a:pt x="170842" y="127707"/>
                  </a:lnTo>
                  <a:lnTo>
                    <a:pt x="206043" y="99327"/>
                  </a:lnTo>
                  <a:lnTo>
                    <a:pt x="243697" y="74134"/>
                  </a:lnTo>
                  <a:lnTo>
                    <a:pt x="283586" y="52337"/>
                  </a:lnTo>
                  <a:lnTo>
                    <a:pt x="325495" y="34141"/>
                  </a:lnTo>
                  <a:lnTo>
                    <a:pt x="369209" y="19756"/>
                  </a:lnTo>
                  <a:lnTo>
                    <a:pt x="414510" y="9387"/>
                  </a:lnTo>
                  <a:lnTo>
                    <a:pt x="461184" y="3243"/>
                  </a:lnTo>
                  <a:lnTo>
                    <a:pt x="509014" y="1532"/>
                  </a:lnTo>
                  <a:lnTo>
                    <a:pt x="558153" y="4493"/>
                  </a:lnTo>
                  <a:lnTo>
                    <a:pt x="605912" y="12053"/>
                  </a:lnTo>
                  <a:lnTo>
                    <a:pt x="652066" y="23989"/>
                  </a:lnTo>
                  <a:lnTo>
                    <a:pt x="696395" y="40077"/>
                  </a:lnTo>
                  <a:lnTo>
                    <a:pt x="738676" y="60094"/>
                  </a:lnTo>
                  <a:lnTo>
                    <a:pt x="778686" y="83819"/>
                  </a:lnTo>
                  <a:lnTo>
                    <a:pt x="816203" y="111027"/>
                  </a:lnTo>
                  <a:lnTo>
                    <a:pt x="851003" y="141497"/>
                  </a:lnTo>
                  <a:lnTo>
                    <a:pt x="882866" y="175005"/>
                  </a:lnTo>
                  <a:lnTo>
                    <a:pt x="911568" y="211328"/>
                  </a:lnTo>
                  <a:lnTo>
                    <a:pt x="942171" y="248481"/>
                  </a:lnTo>
                  <a:lnTo>
                    <a:pt x="976992" y="280901"/>
                  </a:lnTo>
                  <a:lnTo>
                    <a:pt x="1015501" y="308230"/>
                  </a:lnTo>
                  <a:lnTo>
                    <a:pt x="1057165" y="330109"/>
                  </a:lnTo>
                  <a:lnTo>
                    <a:pt x="1101452" y="346180"/>
                  </a:lnTo>
                  <a:lnTo>
                    <a:pt x="1147831" y="356085"/>
                  </a:lnTo>
                  <a:lnTo>
                    <a:pt x="1195770" y="359466"/>
                  </a:lnTo>
                  <a:lnTo>
                    <a:pt x="5344804" y="359466"/>
                  </a:lnTo>
                  <a:lnTo>
                    <a:pt x="5345987" y="362913"/>
                  </a:lnTo>
                  <a:lnTo>
                    <a:pt x="5357040" y="408674"/>
                  </a:lnTo>
                  <a:lnTo>
                    <a:pt x="5363827" y="455953"/>
                  </a:lnTo>
                  <a:lnTo>
                    <a:pt x="5365557" y="492343"/>
                  </a:lnTo>
                  <a:lnTo>
                    <a:pt x="5365602" y="515782"/>
                  </a:lnTo>
                  <a:lnTo>
                    <a:pt x="5363827" y="553126"/>
                  </a:lnTo>
                  <a:lnTo>
                    <a:pt x="5357040" y="600405"/>
                  </a:lnTo>
                  <a:lnTo>
                    <a:pt x="5345987" y="646165"/>
                  </a:lnTo>
                  <a:lnTo>
                    <a:pt x="5344825" y="649552"/>
                  </a:lnTo>
                  <a:lnTo>
                    <a:pt x="1195893" y="649552"/>
                  </a:lnTo>
                  <a:lnTo>
                    <a:pt x="1148551" y="652748"/>
                  </a:lnTo>
                  <a:lnTo>
                    <a:pt x="1102552" y="662165"/>
                  </a:lnTo>
                  <a:lnTo>
                    <a:pt x="1058519" y="677549"/>
                  </a:lnTo>
                  <a:lnTo>
                    <a:pt x="1017076" y="698644"/>
                  </a:lnTo>
                  <a:lnTo>
                    <a:pt x="978845" y="725195"/>
                  </a:lnTo>
                  <a:lnTo>
                    <a:pt x="944448" y="756948"/>
                  </a:lnTo>
                  <a:lnTo>
                    <a:pt x="914510" y="793645"/>
                  </a:lnTo>
                  <a:lnTo>
                    <a:pt x="885463" y="831075"/>
                  </a:lnTo>
                  <a:lnTo>
                    <a:pt x="853090" y="865575"/>
                  </a:lnTo>
                  <a:lnTo>
                    <a:pt x="817629" y="896907"/>
                  </a:lnTo>
                  <a:lnTo>
                    <a:pt x="779318" y="924833"/>
                  </a:lnTo>
                  <a:lnTo>
                    <a:pt x="738393" y="949116"/>
                  </a:lnTo>
                  <a:lnTo>
                    <a:pt x="695092" y="969517"/>
                  </a:lnTo>
                  <a:lnTo>
                    <a:pt x="649654" y="985799"/>
                  </a:lnTo>
                  <a:lnTo>
                    <a:pt x="602315" y="997723"/>
                  </a:lnTo>
                  <a:lnTo>
                    <a:pt x="553313" y="1005052"/>
                  </a:lnTo>
                  <a:lnTo>
                    <a:pt x="529591" y="1006226"/>
                  </a:lnTo>
                  <a:close/>
                </a:path>
                <a:path w="5365750" h="1006475">
                  <a:moveTo>
                    <a:pt x="4913609" y="1006226"/>
                  </a:moveTo>
                  <a:lnTo>
                    <a:pt x="1838101" y="1006226"/>
                  </a:lnTo>
                  <a:lnTo>
                    <a:pt x="1790757" y="999130"/>
                  </a:lnTo>
                  <a:lnTo>
                    <a:pt x="1743215" y="987130"/>
                  </a:lnTo>
                  <a:lnTo>
                    <a:pt x="1697584" y="970746"/>
                  </a:lnTo>
                  <a:lnTo>
                    <a:pt x="1654106" y="950218"/>
                  </a:lnTo>
                  <a:lnTo>
                    <a:pt x="1613020" y="925787"/>
                  </a:lnTo>
                  <a:lnTo>
                    <a:pt x="1574566" y="897692"/>
                  </a:lnTo>
                  <a:lnTo>
                    <a:pt x="1538984" y="866174"/>
                  </a:lnTo>
                  <a:lnTo>
                    <a:pt x="1506515" y="831473"/>
                  </a:lnTo>
                  <a:lnTo>
                    <a:pt x="1477399" y="793829"/>
                  </a:lnTo>
                  <a:lnTo>
                    <a:pt x="1447367" y="756948"/>
                  </a:lnTo>
                  <a:lnTo>
                    <a:pt x="1412997" y="725195"/>
                  </a:lnTo>
                  <a:lnTo>
                    <a:pt x="1374769" y="698644"/>
                  </a:lnTo>
                  <a:lnTo>
                    <a:pt x="1333312" y="677549"/>
                  </a:lnTo>
                  <a:lnTo>
                    <a:pt x="1289259" y="662165"/>
                  </a:lnTo>
                  <a:lnTo>
                    <a:pt x="1243241" y="652748"/>
                  </a:lnTo>
                  <a:lnTo>
                    <a:pt x="1195893" y="649552"/>
                  </a:lnTo>
                  <a:lnTo>
                    <a:pt x="5344825" y="649552"/>
                  </a:lnTo>
                  <a:lnTo>
                    <a:pt x="5330879" y="690197"/>
                  </a:lnTo>
                  <a:lnTo>
                    <a:pt x="5311928" y="732287"/>
                  </a:lnTo>
                  <a:lnTo>
                    <a:pt x="5289344" y="772224"/>
                  </a:lnTo>
                  <a:lnTo>
                    <a:pt x="5263339" y="809798"/>
                  </a:lnTo>
                  <a:lnTo>
                    <a:pt x="5234126" y="844796"/>
                  </a:lnTo>
                  <a:lnTo>
                    <a:pt x="5201914" y="877008"/>
                  </a:lnTo>
                  <a:lnTo>
                    <a:pt x="5166916" y="906222"/>
                  </a:lnTo>
                  <a:lnTo>
                    <a:pt x="5129342" y="932226"/>
                  </a:lnTo>
                  <a:lnTo>
                    <a:pt x="5089404" y="954810"/>
                  </a:lnTo>
                  <a:lnTo>
                    <a:pt x="5047314" y="973761"/>
                  </a:lnTo>
                  <a:lnTo>
                    <a:pt x="5003283" y="988869"/>
                  </a:lnTo>
                  <a:lnTo>
                    <a:pt x="4957523" y="999922"/>
                  </a:lnTo>
                  <a:lnTo>
                    <a:pt x="4913609" y="1006226"/>
                  </a:lnTo>
                  <a:close/>
                </a:path>
              </a:pathLst>
            </a:custGeom>
            <a:solidFill>
              <a:srgbClr val="13975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6"/>
            <p:cNvSpPr/>
            <p:nvPr/>
          </p:nvSpPr>
          <p:spPr>
            <a:xfrm>
              <a:off x="7803473" y="1148451"/>
              <a:ext cx="776605" cy="776605"/>
            </a:xfrm>
            <a:custGeom>
              <a:avLst/>
              <a:gdLst/>
              <a:ahLst/>
              <a:cxnLst/>
              <a:rect l="l" t="t" r="r" b="b"/>
              <a:pathLst>
                <a:path w="776604" h="776605">
                  <a:moveTo>
                    <a:pt x="388150" y="776301"/>
                  </a:moveTo>
                  <a:lnTo>
                    <a:pt x="340633" y="773381"/>
                  </a:lnTo>
                  <a:lnTo>
                    <a:pt x="293837" y="764668"/>
                  </a:lnTo>
                  <a:lnTo>
                    <a:pt x="248459" y="750292"/>
                  </a:lnTo>
                  <a:lnTo>
                    <a:pt x="205177" y="730468"/>
                  </a:lnTo>
                  <a:lnTo>
                    <a:pt x="164647" y="705494"/>
                  </a:lnTo>
                  <a:lnTo>
                    <a:pt x="127484" y="675750"/>
                  </a:lnTo>
                  <a:lnTo>
                    <a:pt x="94241" y="641682"/>
                  </a:lnTo>
                  <a:lnTo>
                    <a:pt x="65415" y="603795"/>
                  </a:lnTo>
                  <a:lnTo>
                    <a:pt x="41443" y="562664"/>
                  </a:lnTo>
                  <a:lnTo>
                    <a:pt x="22689" y="518914"/>
                  </a:lnTo>
                  <a:lnTo>
                    <a:pt x="9431" y="473197"/>
                  </a:lnTo>
                  <a:lnTo>
                    <a:pt x="1869" y="426195"/>
                  </a:lnTo>
                  <a:lnTo>
                    <a:pt x="0" y="388150"/>
                  </a:lnTo>
                  <a:lnTo>
                    <a:pt x="116" y="378621"/>
                  </a:lnTo>
                  <a:lnTo>
                    <a:pt x="4200" y="331196"/>
                  </a:lnTo>
                  <a:lnTo>
                    <a:pt x="14059" y="284628"/>
                  </a:lnTo>
                  <a:lnTo>
                    <a:pt x="29546" y="239611"/>
                  </a:lnTo>
                  <a:lnTo>
                    <a:pt x="50427" y="196829"/>
                  </a:lnTo>
                  <a:lnTo>
                    <a:pt x="76384" y="156929"/>
                  </a:lnTo>
                  <a:lnTo>
                    <a:pt x="107031" y="120506"/>
                  </a:lnTo>
                  <a:lnTo>
                    <a:pt x="141910" y="88106"/>
                  </a:lnTo>
                  <a:lnTo>
                    <a:pt x="180493" y="60218"/>
                  </a:lnTo>
                  <a:lnTo>
                    <a:pt x="222194" y="37266"/>
                  </a:lnTo>
                  <a:lnTo>
                    <a:pt x="266391" y="19591"/>
                  </a:lnTo>
                  <a:lnTo>
                    <a:pt x="312426" y="7458"/>
                  </a:lnTo>
                  <a:lnTo>
                    <a:pt x="359599" y="1051"/>
                  </a:lnTo>
                  <a:lnTo>
                    <a:pt x="388150" y="0"/>
                  </a:lnTo>
                  <a:lnTo>
                    <a:pt x="397679" y="116"/>
                  </a:lnTo>
                  <a:lnTo>
                    <a:pt x="445104" y="4201"/>
                  </a:lnTo>
                  <a:lnTo>
                    <a:pt x="491672" y="14059"/>
                  </a:lnTo>
                  <a:lnTo>
                    <a:pt x="536689" y="29546"/>
                  </a:lnTo>
                  <a:lnTo>
                    <a:pt x="579471" y="50427"/>
                  </a:lnTo>
                  <a:lnTo>
                    <a:pt x="619371" y="76384"/>
                  </a:lnTo>
                  <a:lnTo>
                    <a:pt x="655794" y="107031"/>
                  </a:lnTo>
                  <a:lnTo>
                    <a:pt x="688195" y="141910"/>
                  </a:lnTo>
                  <a:lnTo>
                    <a:pt x="716082" y="180493"/>
                  </a:lnTo>
                  <a:lnTo>
                    <a:pt x="739034" y="222194"/>
                  </a:lnTo>
                  <a:lnTo>
                    <a:pt x="756709" y="266391"/>
                  </a:lnTo>
                  <a:lnTo>
                    <a:pt x="768842" y="312425"/>
                  </a:lnTo>
                  <a:lnTo>
                    <a:pt x="775249" y="359599"/>
                  </a:lnTo>
                  <a:lnTo>
                    <a:pt x="776301" y="388150"/>
                  </a:lnTo>
                  <a:lnTo>
                    <a:pt x="776184" y="397679"/>
                  </a:lnTo>
                  <a:lnTo>
                    <a:pt x="772100" y="445103"/>
                  </a:lnTo>
                  <a:lnTo>
                    <a:pt x="762241" y="491672"/>
                  </a:lnTo>
                  <a:lnTo>
                    <a:pt x="746754" y="536688"/>
                  </a:lnTo>
                  <a:lnTo>
                    <a:pt x="725874" y="579471"/>
                  </a:lnTo>
                  <a:lnTo>
                    <a:pt x="699916" y="619371"/>
                  </a:lnTo>
                  <a:lnTo>
                    <a:pt x="669269" y="655793"/>
                  </a:lnTo>
                  <a:lnTo>
                    <a:pt x="634390" y="688194"/>
                  </a:lnTo>
                  <a:lnTo>
                    <a:pt x="595807" y="716081"/>
                  </a:lnTo>
                  <a:lnTo>
                    <a:pt x="554106" y="739034"/>
                  </a:lnTo>
                  <a:lnTo>
                    <a:pt x="509909" y="756709"/>
                  </a:lnTo>
                  <a:lnTo>
                    <a:pt x="463874" y="768842"/>
                  </a:lnTo>
                  <a:lnTo>
                    <a:pt x="416701" y="775249"/>
                  </a:lnTo>
                  <a:lnTo>
                    <a:pt x="388150" y="776301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7"/>
            <p:cNvSpPr/>
            <p:nvPr/>
          </p:nvSpPr>
          <p:spPr>
            <a:xfrm>
              <a:off x="11925593" y="1032123"/>
              <a:ext cx="2800350" cy="1006475"/>
            </a:xfrm>
            <a:custGeom>
              <a:avLst/>
              <a:gdLst/>
              <a:ahLst/>
              <a:cxnLst/>
              <a:rect l="l" t="t" r="r" b="b"/>
              <a:pathLst>
                <a:path w="2800350" h="1006475">
                  <a:moveTo>
                    <a:pt x="2347873" y="1006226"/>
                  </a:moveTo>
                  <a:lnTo>
                    <a:pt x="0" y="1006226"/>
                  </a:lnTo>
                  <a:lnTo>
                    <a:pt x="0" y="0"/>
                  </a:lnTo>
                  <a:lnTo>
                    <a:pt x="2294646" y="0"/>
                  </a:lnTo>
                  <a:lnTo>
                    <a:pt x="2344507" y="2369"/>
                  </a:lnTo>
                  <a:lnTo>
                    <a:pt x="2391787" y="9156"/>
                  </a:lnTo>
                  <a:lnTo>
                    <a:pt x="2437547" y="20209"/>
                  </a:lnTo>
                  <a:lnTo>
                    <a:pt x="2481578" y="35318"/>
                  </a:lnTo>
                  <a:lnTo>
                    <a:pt x="2523668" y="54269"/>
                  </a:lnTo>
                  <a:lnTo>
                    <a:pt x="2563606" y="76853"/>
                  </a:lnTo>
                  <a:lnTo>
                    <a:pt x="2601180" y="102857"/>
                  </a:lnTo>
                  <a:lnTo>
                    <a:pt x="2636178" y="132071"/>
                  </a:lnTo>
                  <a:lnTo>
                    <a:pt x="2668390" y="164283"/>
                  </a:lnTo>
                  <a:lnTo>
                    <a:pt x="2697604" y="199281"/>
                  </a:lnTo>
                  <a:lnTo>
                    <a:pt x="2723608" y="236855"/>
                  </a:lnTo>
                  <a:lnTo>
                    <a:pt x="2746192" y="276792"/>
                  </a:lnTo>
                  <a:lnTo>
                    <a:pt x="2765143" y="318882"/>
                  </a:lnTo>
                  <a:lnTo>
                    <a:pt x="2780251" y="362913"/>
                  </a:lnTo>
                  <a:lnTo>
                    <a:pt x="2791304" y="408674"/>
                  </a:lnTo>
                  <a:lnTo>
                    <a:pt x="2798091" y="455953"/>
                  </a:lnTo>
                  <a:lnTo>
                    <a:pt x="2799866" y="493300"/>
                  </a:lnTo>
                  <a:lnTo>
                    <a:pt x="2799866" y="515778"/>
                  </a:lnTo>
                  <a:lnTo>
                    <a:pt x="2791304" y="600405"/>
                  </a:lnTo>
                  <a:lnTo>
                    <a:pt x="2780251" y="646165"/>
                  </a:lnTo>
                  <a:lnTo>
                    <a:pt x="2765143" y="690197"/>
                  </a:lnTo>
                  <a:lnTo>
                    <a:pt x="2746192" y="732287"/>
                  </a:lnTo>
                  <a:lnTo>
                    <a:pt x="2723608" y="772224"/>
                  </a:lnTo>
                  <a:lnTo>
                    <a:pt x="2697604" y="809798"/>
                  </a:lnTo>
                  <a:lnTo>
                    <a:pt x="2668390" y="844796"/>
                  </a:lnTo>
                  <a:lnTo>
                    <a:pt x="2636178" y="877008"/>
                  </a:lnTo>
                  <a:lnTo>
                    <a:pt x="2601180" y="906222"/>
                  </a:lnTo>
                  <a:lnTo>
                    <a:pt x="2563606" y="932226"/>
                  </a:lnTo>
                  <a:lnTo>
                    <a:pt x="2523668" y="954810"/>
                  </a:lnTo>
                  <a:lnTo>
                    <a:pt x="2481578" y="973761"/>
                  </a:lnTo>
                  <a:lnTo>
                    <a:pt x="2437547" y="988869"/>
                  </a:lnTo>
                  <a:lnTo>
                    <a:pt x="2391787" y="999922"/>
                  </a:lnTo>
                  <a:lnTo>
                    <a:pt x="2347873" y="1006226"/>
                  </a:lnTo>
                  <a:close/>
                </a:path>
              </a:pathLst>
            </a:custGeom>
            <a:solidFill>
              <a:srgbClr val="13975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4" name="TextBox 43"/>
          <p:cNvSpPr txBox="1"/>
          <p:nvPr/>
        </p:nvSpPr>
        <p:spPr>
          <a:xfrm>
            <a:off x="6398183" y="4870648"/>
            <a:ext cx="112029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>
                <a:solidFill>
                  <a:schemeClr val="accent3">
                    <a:lumMod val="50000"/>
                  </a:schemeClr>
                </a:solidFill>
                <a:latin typeface="Arial Black" panose="020B0A04020102020204" pitchFamily="34" charset="0"/>
              </a:rPr>
              <a:t>03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486067" y="6780420"/>
            <a:ext cx="867545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4000" b="1" dirty="0">
                <a:solidFill>
                  <a:schemeClr val="accent3">
                    <a:lumMod val="50000"/>
                  </a:schemeClr>
                </a:solidFill>
                <a:latin typeface="Arial Black" panose="020B0A04020102020204" pitchFamily="34" charset="0"/>
              </a:rPr>
              <a:t>04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486946" y="8804752"/>
            <a:ext cx="121134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chemeClr val="accent3">
                    <a:lumMod val="50000"/>
                  </a:schemeClr>
                </a:solidFill>
                <a:latin typeface="Arial Black" panose="020B0A04020102020204" pitchFamily="34" charset="0"/>
              </a:rPr>
              <a:t>05</a:t>
            </a:r>
          </a:p>
        </p:txBody>
      </p:sp>
      <p:sp>
        <p:nvSpPr>
          <p:cNvPr id="47" name="Rectangle 46"/>
          <p:cNvSpPr/>
          <p:nvPr/>
        </p:nvSpPr>
        <p:spPr>
          <a:xfrm>
            <a:off x="8833430" y="4851311"/>
            <a:ext cx="7892470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</a:rPr>
              <a:t>In Pakistan, water availability per person was over 5,000 cubic meters in the 1950s.</a:t>
            </a:r>
          </a:p>
        </p:txBody>
      </p:sp>
      <p:sp>
        <p:nvSpPr>
          <p:cNvPr id="49" name="Rectangle 48"/>
          <p:cNvSpPr/>
          <p:nvPr/>
        </p:nvSpPr>
        <p:spPr>
          <a:xfrm>
            <a:off x="8786966" y="6736877"/>
            <a:ext cx="7892470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</a:rPr>
              <a:t>By 2021, this dropped to around 1,000 cubic meters, which is just 16% of what was available in the 1950s.</a:t>
            </a:r>
          </a:p>
        </p:txBody>
      </p:sp>
      <p:sp>
        <p:nvSpPr>
          <p:cNvPr id="50" name="Rectangle 49"/>
          <p:cNvSpPr/>
          <p:nvPr/>
        </p:nvSpPr>
        <p:spPr>
          <a:xfrm>
            <a:off x="8988961" y="8756542"/>
            <a:ext cx="8330569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</a:rPr>
              <a:t>It's predicted to drop further to 860 cubic meters by 2025, only 14% of previous levels.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object 4"/>
          <p:cNvGrpSpPr/>
          <p:nvPr/>
        </p:nvGrpSpPr>
        <p:grpSpPr>
          <a:xfrm>
            <a:off x="5943600" y="625130"/>
            <a:ext cx="10994691" cy="1405818"/>
            <a:chOff x="7693089" y="1032123"/>
            <a:chExt cx="7032625" cy="1006475"/>
          </a:xfrm>
        </p:grpSpPr>
        <p:sp>
          <p:nvSpPr>
            <p:cNvPr id="5" name="object 5"/>
            <p:cNvSpPr/>
            <p:nvPr/>
          </p:nvSpPr>
          <p:spPr>
            <a:xfrm>
              <a:off x="7693089" y="1032123"/>
              <a:ext cx="5365750" cy="1006475"/>
            </a:xfrm>
            <a:custGeom>
              <a:avLst/>
              <a:gdLst/>
              <a:ahLst/>
              <a:cxnLst/>
              <a:rect l="l" t="t" r="r" b="b"/>
              <a:pathLst>
                <a:path w="5365750" h="1006475">
                  <a:moveTo>
                    <a:pt x="5344804" y="359466"/>
                  </a:moveTo>
                  <a:lnTo>
                    <a:pt x="1195770" y="359466"/>
                  </a:lnTo>
                  <a:lnTo>
                    <a:pt x="1243145" y="356270"/>
                  </a:lnTo>
                  <a:lnTo>
                    <a:pt x="1289184" y="346849"/>
                  </a:lnTo>
                  <a:lnTo>
                    <a:pt x="1333257" y="331455"/>
                  </a:lnTo>
                  <a:lnTo>
                    <a:pt x="1374733" y="310340"/>
                  </a:lnTo>
                  <a:lnTo>
                    <a:pt x="1412981" y="283756"/>
                  </a:lnTo>
                  <a:lnTo>
                    <a:pt x="1447373" y="251955"/>
                  </a:lnTo>
                  <a:lnTo>
                    <a:pt x="1477276" y="215189"/>
                  </a:lnTo>
                  <a:lnTo>
                    <a:pt x="1506392" y="177545"/>
                  </a:lnTo>
                  <a:lnTo>
                    <a:pt x="1538861" y="142844"/>
                  </a:lnTo>
                  <a:lnTo>
                    <a:pt x="1574443" y="111326"/>
                  </a:lnTo>
                  <a:lnTo>
                    <a:pt x="1612897" y="83231"/>
                  </a:lnTo>
                  <a:lnTo>
                    <a:pt x="1653983" y="58800"/>
                  </a:lnTo>
                  <a:lnTo>
                    <a:pt x="1697462" y="38272"/>
                  </a:lnTo>
                  <a:lnTo>
                    <a:pt x="1743092" y="21888"/>
                  </a:lnTo>
                  <a:lnTo>
                    <a:pt x="1790634" y="9888"/>
                  </a:lnTo>
                  <a:lnTo>
                    <a:pt x="1839848" y="2512"/>
                  </a:lnTo>
                  <a:lnTo>
                    <a:pt x="1890494" y="0"/>
                  </a:lnTo>
                  <a:lnTo>
                    <a:pt x="4860382" y="0"/>
                  </a:lnTo>
                  <a:lnTo>
                    <a:pt x="4910243" y="2369"/>
                  </a:lnTo>
                  <a:lnTo>
                    <a:pt x="4957523" y="9156"/>
                  </a:lnTo>
                  <a:lnTo>
                    <a:pt x="5003283" y="20209"/>
                  </a:lnTo>
                  <a:lnTo>
                    <a:pt x="5047314" y="35318"/>
                  </a:lnTo>
                  <a:lnTo>
                    <a:pt x="5089404" y="54269"/>
                  </a:lnTo>
                  <a:lnTo>
                    <a:pt x="5129342" y="76853"/>
                  </a:lnTo>
                  <a:lnTo>
                    <a:pt x="5166916" y="102857"/>
                  </a:lnTo>
                  <a:lnTo>
                    <a:pt x="5201914" y="132071"/>
                  </a:lnTo>
                  <a:lnTo>
                    <a:pt x="5234126" y="164283"/>
                  </a:lnTo>
                  <a:lnTo>
                    <a:pt x="5263339" y="199281"/>
                  </a:lnTo>
                  <a:lnTo>
                    <a:pt x="5289344" y="236855"/>
                  </a:lnTo>
                  <a:lnTo>
                    <a:pt x="5311928" y="276792"/>
                  </a:lnTo>
                  <a:lnTo>
                    <a:pt x="5330879" y="318882"/>
                  </a:lnTo>
                  <a:lnTo>
                    <a:pt x="5344804" y="359466"/>
                  </a:lnTo>
                  <a:close/>
                </a:path>
                <a:path w="5365750" h="1006475">
                  <a:moveTo>
                    <a:pt x="529591" y="1006226"/>
                  </a:moveTo>
                  <a:lnTo>
                    <a:pt x="473863" y="1006226"/>
                  </a:lnTo>
                  <a:lnTo>
                    <a:pt x="456439" y="1005433"/>
                  </a:lnTo>
                  <a:lnTo>
                    <a:pt x="410601" y="999130"/>
                  </a:lnTo>
                  <a:lnTo>
                    <a:pt x="410836" y="999130"/>
                  </a:lnTo>
                  <a:lnTo>
                    <a:pt x="367298" y="989066"/>
                  </a:lnTo>
                  <a:lnTo>
                    <a:pt x="324974" y="975185"/>
                  </a:lnTo>
                  <a:lnTo>
                    <a:pt x="284395" y="957753"/>
                  </a:lnTo>
                  <a:lnTo>
                    <a:pt x="245746" y="936955"/>
                  </a:lnTo>
                  <a:lnTo>
                    <a:pt x="209213" y="912978"/>
                  </a:lnTo>
                  <a:lnTo>
                    <a:pt x="174980" y="886005"/>
                  </a:lnTo>
                  <a:lnTo>
                    <a:pt x="143235" y="856223"/>
                  </a:lnTo>
                  <a:lnTo>
                    <a:pt x="114161" y="823816"/>
                  </a:lnTo>
                  <a:lnTo>
                    <a:pt x="87944" y="788971"/>
                  </a:lnTo>
                  <a:lnTo>
                    <a:pt x="64770" y="751873"/>
                  </a:lnTo>
                  <a:lnTo>
                    <a:pt x="44823" y="712706"/>
                  </a:lnTo>
                  <a:lnTo>
                    <a:pt x="28290" y="671657"/>
                  </a:lnTo>
                  <a:lnTo>
                    <a:pt x="15356" y="628911"/>
                  </a:lnTo>
                  <a:lnTo>
                    <a:pt x="6206" y="584653"/>
                  </a:lnTo>
                  <a:lnTo>
                    <a:pt x="1025" y="539069"/>
                  </a:lnTo>
                  <a:lnTo>
                    <a:pt x="20" y="493296"/>
                  </a:lnTo>
                  <a:lnTo>
                    <a:pt x="0" y="492343"/>
                  </a:lnTo>
                  <a:lnTo>
                    <a:pt x="3416" y="444609"/>
                  </a:lnTo>
                  <a:lnTo>
                    <a:pt x="11227" y="398195"/>
                  </a:lnTo>
                  <a:lnTo>
                    <a:pt x="23219" y="353310"/>
                  </a:lnTo>
                  <a:lnTo>
                    <a:pt x="39107" y="310340"/>
                  </a:lnTo>
                  <a:lnTo>
                    <a:pt x="58876" y="268954"/>
                  </a:lnTo>
                  <a:lnTo>
                    <a:pt x="82110" y="229898"/>
                  </a:lnTo>
                  <a:lnTo>
                    <a:pt x="108659" y="193200"/>
                  </a:lnTo>
                  <a:lnTo>
                    <a:pt x="138309" y="159067"/>
                  </a:lnTo>
                  <a:lnTo>
                    <a:pt x="170842" y="127707"/>
                  </a:lnTo>
                  <a:lnTo>
                    <a:pt x="206043" y="99327"/>
                  </a:lnTo>
                  <a:lnTo>
                    <a:pt x="243697" y="74134"/>
                  </a:lnTo>
                  <a:lnTo>
                    <a:pt x="283586" y="52337"/>
                  </a:lnTo>
                  <a:lnTo>
                    <a:pt x="325495" y="34141"/>
                  </a:lnTo>
                  <a:lnTo>
                    <a:pt x="369209" y="19756"/>
                  </a:lnTo>
                  <a:lnTo>
                    <a:pt x="414510" y="9387"/>
                  </a:lnTo>
                  <a:lnTo>
                    <a:pt x="461184" y="3243"/>
                  </a:lnTo>
                  <a:lnTo>
                    <a:pt x="509014" y="1532"/>
                  </a:lnTo>
                  <a:lnTo>
                    <a:pt x="558153" y="4493"/>
                  </a:lnTo>
                  <a:lnTo>
                    <a:pt x="605912" y="12053"/>
                  </a:lnTo>
                  <a:lnTo>
                    <a:pt x="652066" y="23989"/>
                  </a:lnTo>
                  <a:lnTo>
                    <a:pt x="696395" y="40077"/>
                  </a:lnTo>
                  <a:lnTo>
                    <a:pt x="738676" y="60094"/>
                  </a:lnTo>
                  <a:lnTo>
                    <a:pt x="778686" y="83819"/>
                  </a:lnTo>
                  <a:lnTo>
                    <a:pt x="816203" y="111027"/>
                  </a:lnTo>
                  <a:lnTo>
                    <a:pt x="851003" y="141497"/>
                  </a:lnTo>
                  <a:lnTo>
                    <a:pt x="882866" y="175005"/>
                  </a:lnTo>
                  <a:lnTo>
                    <a:pt x="911568" y="211328"/>
                  </a:lnTo>
                  <a:lnTo>
                    <a:pt x="942171" y="248481"/>
                  </a:lnTo>
                  <a:lnTo>
                    <a:pt x="976992" y="280901"/>
                  </a:lnTo>
                  <a:lnTo>
                    <a:pt x="1015501" y="308230"/>
                  </a:lnTo>
                  <a:lnTo>
                    <a:pt x="1057165" y="330109"/>
                  </a:lnTo>
                  <a:lnTo>
                    <a:pt x="1101452" y="346180"/>
                  </a:lnTo>
                  <a:lnTo>
                    <a:pt x="1147831" y="356085"/>
                  </a:lnTo>
                  <a:lnTo>
                    <a:pt x="1195770" y="359466"/>
                  </a:lnTo>
                  <a:lnTo>
                    <a:pt x="5344804" y="359466"/>
                  </a:lnTo>
                  <a:lnTo>
                    <a:pt x="5345987" y="362913"/>
                  </a:lnTo>
                  <a:lnTo>
                    <a:pt x="5357040" y="408674"/>
                  </a:lnTo>
                  <a:lnTo>
                    <a:pt x="5363827" y="455953"/>
                  </a:lnTo>
                  <a:lnTo>
                    <a:pt x="5365557" y="492343"/>
                  </a:lnTo>
                  <a:lnTo>
                    <a:pt x="5365602" y="515782"/>
                  </a:lnTo>
                  <a:lnTo>
                    <a:pt x="5363827" y="553126"/>
                  </a:lnTo>
                  <a:lnTo>
                    <a:pt x="5357040" y="600405"/>
                  </a:lnTo>
                  <a:lnTo>
                    <a:pt x="5345987" y="646165"/>
                  </a:lnTo>
                  <a:lnTo>
                    <a:pt x="5344825" y="649552"/>
                  </a:lnTo>
                  <a:lnTo>
                    <a:pt x="1195893" y="649552"/>
                  </a:lnTo>
                  <a:lnTo>
                    <a:pt x="1148551" y="652748"/>
                  </a:lnTo>
                  <a:lnTo>
                    <a:pt x="1102552" y="662165"/>
                  </a:lnTo>
                  <a:lnTo>
                    <a:pt x="1058519" y="677549"/>
                  </a:lnTo>
                  <a:lnTo>
                    <a:pt x="1017076" y="698644"/>
                  </a:lnTo>
                  <a:lnTo>
                    <a:pt x="978845" y="725195"/>
                  </a:lnTo>
                  <a:lnTo>
                    <a:pt x="944448" y="756948"/>
                  </a:lnTo>
                  <a:lnTo>
                    <a:pt x="914510" y="793645"/>
                  </a:lnTo>
                  <a:lnTo>
                    <a:pt x="885463" y="831075"/>
                  </a:lnTo>
                  <a:lnTo>
                    <a:pt x="853090" y="865575"/>
                  </a:lnTo>
                  <a:lnTo>
                    <a:pt x="817629" y="896907"/>
                  </a:lnTo>
                  <a:lnTo>
                    <a:pt x="779318" y="924833"/>
                  </a:lnTo>
                  <a:lnTo>
                    <a:pt x="738393" y="949116"/>
                  </a:lnTo>
                  <a:lnTo>
                    <a:pt x="695092" y="969517"/>
                  </a:lnTo>
                  <a:lnTo>
                    <a:pt x="649654" y="985799"/>
                  </a:lnTo>
                  <a:lnTo>
                    <a:pt x="602315" y="997723"/>
                  </a:lnTo>
                  <a:lnTo>
                    <a:pt x="553313" y="1005052"/>
                  </a:lnTo>
                  <a:lnTo>
                    <a:pt x="529591" y="1006226"/>
                  </a:lnTo>
                  <a:close/>
                </a:path>
                <a:path w="5365750" h="1006475">
                  <a:moveTo>
                    <a:pt x="4913609" y="1006226"/>
                  </a:moveTo>
                  <a:lnTo>
                    <a:pt x="1838101" y="1006226"/>
                  </a:lnTo>
                  <a:lnTo>
                    <a:pt x="1790757" y="999130"/>
                  </a:lnTo>
                  <a:lnTo>
                    <a:pt x="1743215" y="987130"/>
                  </a:lnTo>
                  <a:lnTo>
                    <a:pt x="1697584" y="970746"/>
                  </a:lnTo>
                  <a:lnTo>
                    <a:pt x="1654106" y="950218"/>
                  </a:lnTo>
                  <a:lnTo>
                    <a:pt x="1613020" y="925787"/>
                  </a:lnTo>
                  <a:lnTo>
                    <a:pt x="1574566" y="897692"/>
                  </a:lnTo>
                  <a:lnTo>
                    <a:pt x="1538984" y="866174"/>
                  </a:lnTo>
                  <a:lnTo>
                    <a:pt x="1506515" y="831473"/>
                  </a:lnTo>
                  <a:lnTo>
                    <a:pt x="1477399" y="793829"/>
                  </a:lnTo>
                  <a:lnTo>
                    <a:pt x="1447367" y="756948"/>
                  </a:lnTo>
                  <a:lnTo>
                    <a:pt x="1412997" y="725195"/>
                  </a:lnTo>
                  <a:lnTo>
                    <a:pt x="1374769" y="698644"/>
                  </a:lnTo>
                  <a:lnTo>
                    <a:pt x="1333312" y="677549"/>
                  </a:lnTo>
                  <a:lnTo>
                    <a:pt x="1289259" y="662165"/>
                  </a:lnTo>
                  <a:lnTo>
                    <a:pt x="1243241" y="652748"/>
                  </a:lnTo>
                  <a:lnTo>
                    <a:pt x="1195893" y="649552"/>
                  </a:lnTo>
                  <a:lnTo>
                    <a:pt x="5344825" y="649552"/>
                  </a:lnTo>
                  <a:lnTo>
                    <a:pt x="5330879" y="690197"/>
                  </a:lnTo>
                  <a:lnTo>
                    <a:pt x="5311928" y="732287"/>
                  </a:lnTo>
                  <a:lnTo>
                    <a:pt x="5289344" y="772224"/>
                  </a:lnTo>
                  <a:lnTo>
                    <a:pt x="5263339" y="809798"/>
                  </a:lnTo>
                  <a:lnTo>
                    <a:pt x="5234126" y="844796"/>
                  </a:lnTo>
                  <a:lnTo>
                    <a:pt x="5201914" y="877008"/>
                  </a:lnTo>
                  <a:lnTo>
                    <a:pt x="5166916" y="906222"/>
                  </a:lnTo>
                  <a:lnTo>
                    <a:pt x="5129342" y="932226"/>
                  </a:lnTo>
                  <a:lnTo>
                    <a:pt x="5089404" y="954810"/>
                  </a:lnTo>
                  <a:lnTo>
                    <a:pt x="5047314" y="973761"/>
                  </a:lnTo>
                  <a:lnTo>
                    <a:pt x="5003283" y="988869"/>
                  </a:lnTo>
                  <a:lnTo>
                    <a:pt x="4957523" y="999922"/>
                  </a:lnTo>
                  <a:lnTo>
                    <a:pt x="4913609" y="1006226"/>
                  </a:lnTo>
                  <a:close/>
                </a:path>
              </a:pathLst>
            </a:custGeom>
            <a:solidFill>
              <a:srgbClr val="13975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7803473" y="1148451"/>
              <a:ext cx="776605" cy="776605"/>
            </a:xfrm>
            <a:custGeom>
              <a:avLst/>
              <a:gdLst/>
              <a:ahLst/>
              <a:cxnLst/>
              <a:rect l="l" t="t" r="r" b="b"/>
              <a:pathLst>
                <a:path w="776604" h="776605">
                  <a:moveTo>
                    <a:pt x="388150" y="776301"/>
                  </a:moveTo>
                  <a:lnTo>
                    <a:pt x="340633" y="773381"/>
                  </a:lnTo>
                  <a:lnTo>
                    <a:pt x="293837" y="764668"/>
                  </a:lnTo>
                  <a:lnTo>
                    <a:pt x="248459" y="750292"/>
                  </a:lnTo>
                  <a:lnTo>
                    <a:pt x="205177" y="730468"/>
                  </a:lnTo>
                  <a:lnTo>
                    <a:pt x="164647" y="705494"/>
                  </a:lnTo>
                  <a:lnTo>
                    <a:pt x="127484" y="675750"/>
                  </a:lnTo>
                  <a:lnTo>
                    <a:pt x="94241" y="641682"/>
                  </a:lnTo>
                  <a:lnTo>
                    <a:pt x="65415" y="603795"/>
                  </a:lnTo>
                  <a:lnTo>
                    <a:pt x="41443" y="562664"/>
                  </a:lnTo>
                  <a:lnTo>
                    <a:pt x="22689" y="518914"/>
                  </a:lnTo>
                  <a:lnTo>
                    <a:pt x="9431" y="473197"/>
                  </a:lnTo>
                  <a:lnTo>
                    <a:pt x="1869" y="426195"/>
                  </a:lnTo>
                  <a:lnTo>
                    <a:pt x="0" y="388150"/>
                  </a:lnTo>
                  <a:lnTo>
                    <a:pt x="116" y="378621"/>
                  </a:lnTo>
                  <a:lnTo>
                    <a:pt x="4200" y="331196"/>
                  </a:lnTo>
                  <a:lnTo>
                    <a:pt x="14059" y="284628"/>
                  </a:lnTo>
                  <a:lnTo>
                    <a:pt x="29546" y="239611"/>
                  </a:lnTo>
                  <a:lnTo>
                    <a:pt x="50427" y="196829"/>
                  </a:lnTo>
                  <a:lnTo>
                    <a:pt x="76384" y="156929"/>
                  </a:lnTo>
                  <a:lnTo>
                    <a:pt x="107031" y="120506"/>
                  </a:lnTo>
                  <a:lnTo>
                    <a:pt x="141910" y="88106"/>
                  </a:lnTo>
                  <a:lnTo>
                    <a:pt x="180493" y="60218"/>
                  </a:lnTo>
                  <a:lnTo>
                    <a:pt x="222194" y="37266"/>
                  </a:lnTo>
                  <a:lnTo>
                    <a:pt x="266391" y="19591"/>
                  </a:lnTo>
                  <a:lnTo>
                    <a:pt x="312426" y="7458"/>
                  </a:lnTo>
                  <a:lnTo>
                    <a:pt x="359599" y="1051"/>
                  </a:lnTo>
                  <a:lnTo>
                    <a:pt x="388150" y="0"/>
                  </a:lnTo>
                  <a:lnTo>
                    <a:pt x="397679" y="116"/>
                  </a:lnTo>
                  <a:lnTo>
                    <a:pt x="445104" y="4201"/>
                  </a:lnTo>
                  <a:lnTo>
                    <a:pt x="491672" y="14059"/>
                  </a:lnTo>
                  <a:lnTo>
                    <a:pt x="536689" y="29546"/>
                  </a:lnTo>
                  <a:lnTo>
                    <a:pt x="579471" y="50427"/>
                  </a:lnTo>
                  <a:lnTo>
                    <a:pt x="619371" y="76384"/>
                  </a:lnTo>
                  <a:lnTo>
                    <a:pt x="655794" y="107031"/>
                  </a:lnTo>
                  <a:lnTo>
                    <a:pt x="688195" y="141910"/>
                  </a:lnTo>
                  <a:lnTo>
                    <a:pt x="716082" y="180493"/>
                  </a:lnTo>
                  <a:lnTo>
                    <a:pt x="739034" y="222194"/>
                  </a:lnTo>
                  <a:lnTo>
                    <a:pt x="756709" y="266391"/>
                  </a:lnTo>
                  <a:lnTo>
                    <a:pt x="768842" y="312425"/>
                  </a:lnTo>
                  <a:lnTo>
                    <a:pt x="775249" y="359599"/>
                  </a:lnTo>
                  <a:lnTo>
                    <a:pt x="776301" y="388150"/>
                  </a:lnTo>
                  <a:lnTo>
                    <a:pt x="776184" y="397679"/>
                  </a:lnTo>
                  <a:lnTo>
                    <a:pt x="772100" y="445103"/>
                  </a:lnTo>
                  <a:lnTo>
                    <a:pt x="762241" y="491672"/>
                  </a:lnTo>
                  <a:lnTo>
                    <a:pt x="746754" y="536688"/>
                  </a:lnTo>
                  <a:lnTo>
                    <a:pt x="725874" y="579471"/>
                  </a:lnTo>
                  <a:lnTo>
                    <a:pt x="699916" y="619371"/>
                  </a:lnTo>
                  <a:lnTo>
                    <a:pt x="669269" y="655793"/>
                  </a:lnTo>
                  <a:lnTo>
                    <a:pt x="634390" y="688194"/>
                  </a:lnTo>
                  <a:lnTo>
                    <a:pt x="595807" y="716081"/>
                  </a:lnTo>
                  <a:lnTo>
                    <a:pt x="554106" y="739034"/>
                  </a:lnTo>
                  <a:lnTo>
                    <a:pt x="509909" y="756709"/>
                  </a:lnTo>
                  <a:lnTo>
                    <a:pt x="463874" y="768842"/>
                  </a:lnTo>
                  <a:lnTo>
                    <a:pt x="416701" y="775249"/>
                  </a:lnTo>
                  <a:lnTo>
                    <a:pt x="388150" y="776301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11925593" y="1032123"/>
              <a:ext cx="2800350" cy="1006475"/>
            </a:xfrm>
            <a:custGeom>
              <a:avLst/>
              <a:gdLst/>
              <a:ahLst/>
              <a:cxnLst/>
              <a:rect l="l" t="t" r="r" b="b"/>
              <a:pathLst>
                <a:path w="2800350" h="1006475">
                  <a:moveTo>
                    <a:pt x="2347873" y="1006226"/>
                  </a:moveTo>
                  <a:lnTo>
                    <a:pt x="0" y="1006226"/>
                  </a:lnTo>
                  <a:lnTo>
                    <a:pt x="0" y="0"/>
                  </a:lnTo>
                  <a:lnTo>
                    <a:pt x="2294646" y="0"/>
                  </a:lnTo>
                  <a:lnTo>
                    <a:pt x="2344507" y="2369"/>
                  </a:lnTo>
                  <a:lnTo>
                    <a:pt x="2391787" y="9156"/>
                  </a:lnTo>
                  <a:lnTo>
                    <a:pt x="2437547" y="20209"/>
                  </a:lnTo>
                  <a:lnTo>
                    <a:pt x="2481578" y="35318"/>
                  </a:lnTo>
                  <a:lnTo>
                    <a:pt x="2523668" y="54269"/>
                  </a:lnTo>
                  <a:lnTo>
                    <a:pt x="2563606" y="76853"/>
                  </a:lnTo>
                  <a:lnTo>
                    <a:pt x="2601180" y="102857"/>
                  </a:lnTo>
                  <a:lnTo>
                    <a:pt x="2636178" y="132071"/>
                  </a:lnTo>
                  <a:lnTo>
                    <a:pt x="2668390" y="164283"/>
                  </a:lnTo>
                  <a:lnTo>
                    <a:pt x="2697604" y="199281"/>
                  </a:lnTo>
                  <a:lnTo>
                    <a:pt x="2723608" y="236855"/>
                  </a:lnTo>
                  <a:lnTo>
                    <a:pt x="2746192" y="276792"/>
                  </a:lnTo>
                  <a:lnTo>
                    <a:pt x="2765143" y="318882"/>
                  </a:lnTo>
                  <a:lnTo>
                    <a:pt x="2780251" y="362913"/>
                  </a:lnTo>
                  <a:lnTo>
                    <a:pt x="2791304" y="408674"/>
                  </a:lnTo>
                  <a:lnTo>
                    <a:pt x="2798091" y="455953"/>
                  </a:lnTo>
                  <a:lnTo>
                    <a:pt x="2799866" y="493300"/>
                  </a:lnTo>
                  <a:lnTo>
                    <a:pt x="2799866" y="515778"/>
                  </a:lnTo>
                  <a:lnTo>
                    <a:pt x="2791304" y="600405"/>
                  </a:lnTo>
                  <a:lnTo>
                    <a:pt x="2780251" y="646165"/>
                  </a:lnTo>
                  <a:lnTo>
                    <a:pt x="2765143" y="690197"/>
                  </a:lnTo>
                  <a:lnTo>
                    <a:pt x="2746192" y="732287"/>
                  </a:lnTo>
                  <a:lnTo>
                    <a:pt x="2723608" y="772224"/>
                  </a:lnTo>
                  <a:lnTo>
                    <a:pt x="2697604" y="809798"/>
                  </a:lnTo>
                  <a:lnTo>
                    <a:pt x="2668390" y="844796"/>
                  </a:lnTo>
                  <a:lnTo>
                    <a:pt x="2636178" y="877008"/>
                  </a:lnTo>
                  <a:lnTo>
                    <a:pt x="2601180" y="906222"/>
                  </a:lnTo>
                  <a:lnTo>
                    <a:pt x="2563606" y="932226"/>
                  </a:lnTo>
                  <a:lnTo>
                    <a:pt x="2523668" y="954810"/>
                  </a:lnTo>
                  <a:lnTo>
                    <a:pt x="2481578" y="973761"/>
                  </a:lnTo>
                  <a:lnTo>
                    <a:pt x="2437547" y="988869"/>
                  </a:lnTo>
                  <a:lnTo>
                    <a:pt x="2391787" y="999922"/>
                  </a:lnTo>
                  <a:lnTo>
                    <a:pt x="2347873" y="1006226"/>
                  </a:lnTo>
                  <a:close/>
                </a:path>
              </a:pathLst>
            </a:custGeom>
            <a:solidFill>
              <a:srgbClr val="13975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1" name="object 11"/>
          <p:cNvGrpSpPr/>
          <p:nvPr/>
        </p:nvGrpSpPr>
        <p:grpSpPr>
          <a:xfrm>
            <a:off x="0" y="9406509"/>
            <a:ext cx="1577340" cy="880744"/>
            <a:chOff x="0" y="9406509"/>
            <a:chExt cx="1577340" cy="880744"/>
          </a:xfrm>
        </p:grpSpPr>
        <p:sp>
          <p:nvSpPr>
            <p:cNvPr id="12" name="object 12"/>
            <p:cNvSpPr/>
            <p:nvPr/>
          </p:nvSpPr>
          <p:spPr>
            <a:xfrm>
              <a:off x="0" y="9874500"/>
              <a:ext cx="1577340" cy="412750"/>
            </a:xfrm>
            <a:custGeom>
              <a:avLst/>
              <a:gdLst/>
              <a:ahLst/>
              <a:cxnLst/>
              <a:rect l="l" t="t" r="r" b="b"/>
              <a:pathLst>
                <a:path w="1577340" h="412750">
                  <a:moveTo>
                    <a:pt x="1577051" y="412499"/>
                  </a:moveTo>
                  <a:lnTo>
                    <a:pt x="100109" y="412499"/>
                  </a:lnTo>
                  <a:lnTo>
                    <a:pt x="0" y="269530"/>
                  </a:lnTo>
                  <a:lnTo>
                    <a:pt x="0" y="0"/>
                  </a:lnTo>
                  <a:lnTo>
                    <a:pt x="1288217" y="0"/>
                  </a:lnTo>
                  <a:lnTo>
                    <a:pt x="1577051" y="412499"/>
                  </a:lnTo>
                  <a:close/>
                </a:path>
              </a:pathLst>
            </a:custGeom>
            <a:solidFill>
              <a:srgbClr val="13975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0" y="9406509"/>
              <a:ext cx="929005" cy="880744"/>
            </a:xfrm>
            <a:custGeom>
              <a:avLst/>
              <a:gdLst/>
              <a:ahLst/>
              <a:cxnLst/>
              <a:rect l="l" t="t" r="r" b="b"/>
              <a:pathLst>
                <a:path w="929005" h="880745">
                  <a:moveTo>
                    <a:pt x="928676" y="880490"/>
                  </a:moveTo>
                  <a:lnTo>
                    <a:pt x="0" y="880490"/>
                  </a:lnTo>
                  <a:lnTo>
                    <a:pt x="0" y="0"/>
                  </a:lnTo>
                  <a:lnTo>
                    <a:pt x="312158" y="0"/>
                  </a:lnTo>
                  <a:lnTo>
                    <a:pt x="928676" y="880490"/>
                  </a:lnTo>
                  <a:close/>
                </a:path>
              </a:pathLst>
            </a:custGeom>
            <a:solidFill>
              <a:srgbClr val="0F6B3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4" name="object 14"/>
          <p:cNvGrpSpPr/>
          <p:nvPr/>
        </p:nvGrpSpPr>
        <p:grpSpPr>
          <a:xfrm>
            <a:off x="16460058" y="0"/>
            <a:ext cx="1828164" cy="851535"/>
            <a:chOff x="16460058" y="0"/>
            <a:chExt cx="1828164" cy="851535"/>
          </a:xfrm>
        </p:grpSpPr>
        <p:sp>
          <p:nvSpPr>
            <p:cNvPr id="15" name="object 15"/>
            <p:cNvSpPr/>
            <p:nvPr/>
          </p:nvSpPr>
          <p:spPr>
            <a:xfrm>
              <a:off x="16460058" y="0"/>
              <a:ext cx="1779905" cy="851535"/>
            </a:xfrm>
            <a:custGeom>
              <a:avLst/>
              <a:gdLst/>
              <a:ahLst/>
              <a:cxnLst/>
              <a:rect l="l" t="t" r="r" b="b"/>
              <a:pathLst>
                <a:path w="1779905" h="851535">
                  <a:moveTo>
                    <a:pt x="889712" y="851380"/>
                  </a:moveTo>
                  <a:lnTo>
                    <a:pt x="854999" y="844675"/>
                  </a:lnTo>
                  <a:lnTo>
                    <a:pt x="824598" y="824561"/>
                  </a:lnTo>
                  <a:lnTo>
                    <a:pt x="0" y="0"/>
                  </a:lnTo>
                  <a:lnTo>
                    <a:pt x="1779403" y="0"/>
                  </a:lnTo>
                  <a:lnTo>
                    <a:pt x="954955" y="824561"/>
                  </a:lnTo>
                  <a:lnTo>
                    <a:pt x="924456" y="844675"/>
                  </a:lnTo>
                  <a:lnTo>
                    <a:pt x="889712" y="851380"/>
                  </a:lnTo>
                  <a:close/>
                </a:path>
              </a:pathLst>
            </a:custGeom>
            <a:solidFill>
              <a:srgbClr val="01673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17416523" y="5455"/>
              <a:ext cx="871855" cy="820419"/>
            </a:xfrm>
            <a:custGeom>
              <a:avLst/>
              <a:gdLst/>
              <a:ahLst/>
              <a:cxnLst/>
              <a:rect l="l" t="t" r="r" b="b"/>
              <a:pathLst>
                <a:path w="871855" h="820419">
                  <a:moveTo>
                    <a:pt x="871476" y="54394"/>
                  </a:moveTo>
                  <a:lnTo>
                    <a:pt x="54351" y="54394"/>
                  </a:lnTo>
                  <a:lnTo>
                    <a:pt x="0" y="0"/>
                  </a:lnTo>
                  <a:lnTo>
                    <a:pt x="871476" y="0"/>
                  </a:lnTo>
                  <a:lnTo>
                    <a:pt x="871476" y="54394"/>
                  </a:lnTo>
                  <a:close/>
                </a:path>
                <a:path w="871855" h="820419">
                  <a:moveTo>
                    <a:pt x="871476" y="163829"/>
                  </a:moveTo>
                  <a:lnTo>
                    <a:pt x="163786" y="163829"/>
                  </a:lnTo>
                  <a:lnTo>
                    <a:pt x="109392" y="109435"/>
                  </a:lnTo>
                  <a:lnTo>
                    <a:pt x="871476" y="109435"/>
                  </a:lnTo>
                  <a:lnTo>
                    <a:pt x="871476" y="163829"/>
                  </a:lnTo>
                  <a:close/>
                </a:path>
                <a:path w="871855" h="820419">
                  <a:moveTo>
                    <a:pt x="871476" y="273135"/>
                  </a:moveTo>
                  <a:lnTo>
                    <a:pt x="273092" y="273135"/>
                  </a:lnTo>
                  <a:lnTo>
                    <a:pt x="218698" y="218741"/>
                  </a:lnTo>
                  <a:lnTo>
                    <a:pt x="871476" y="218741"/>
                  </a:lnTo>
                  <a:lnTo>
                    <a:pt x="871476" y="273135"/>
                  </a:lnTo>
                  <a:close/>
                </a:path>
                <a:path w="871855" h="820419">
                  <a:moveTo>
                    <a:pt x="871476" y="382398"/>
                  </a:moveTo>
                  <a:lnTo>
                    <a:pt x="382399" y="382398"/>
                  </a:lnTo>
                  <a:lnTo>
                    <a:pt x="328004" y="328177"/>
                  </a:lnTo>
                  <a:lnTo>
                    <a:pt x="871476" y="328177"/>
                  </a:lnTo>
                  <a:lnTo>
                    <a:pt x="871476" y="382398"/>
                  </a:lnTo>
                  <a:close/>
                </a:path>
                <a:path w="871855" h="820419">
                  <a:moveTo>
                    <a:pt x="871476" y="491877"/>
                  </a:moveTo>
                  <a:lnTo>
                    <a:pt x="491877" y="491877"/>
                  </a:lnTo>
                  <a:lnTo>
                    <a:pt x="437483" y="437483"/>
                  </a:lnTo>
                  <a:lnTo>
                    <a:pt x="871476" y="437483"/>
                  </a:lnTo>
                  <a:lnTo>
                    <a:pt x="871476" y="491877"/>
                  </a:lnTo>
                  <a:close/>
                </a:path>
                <a:path w="871855" h="820419">
                  <a:moveTo>
                    <a:pt x="871476" y="601183"/>
                  </a:moveTo>
                  <a:lnTo>
                    <a:pt x="601140" y="601183"/>
                  </a:lnTo>
                  <a:lnTo>
                    <a:pt x="546746" y="546789"/>
                  </a:lnTo>
                  <a:lnTo>
                    <a:pt x="871476" y="546789"/>
                  </a:lnTo>
                  <a:lnTo>
                    <a:pt x="871476" y="601183"/>
                  </a:lnTo>
                  <a:close/>
                </a:path>
                <a:path w="871855" h="820419">
                  <a:moveTo>
                    <a:pt x="871476" y="710619"/>
                  </a:moveTo>
                  <a:lnTo>
                    <a:pt x="710446" y="710619"/>
                  </a:lnTo>
                  <a:lnTo>
                    <a:pt x="656052" y="656225"/>
                  </a:lnTo>
                  <a:lnTo>
                    <a:pt x="871476" y="656225"/>
                  </a:lnTo>
                  <a:lnTo>
                    <a:pt x="871476" y="710619"/>
                  </a:lnTo>
                  <a:close/>
                </a:path>
                <a:path w="871855" h="820419">
                  <a:moveTo>
                    <a:pt x="871476" y="819925"/>
                  </a:moveTo>
                  <a:lnTo>
                    <a:pt x="819925" y="819925"/>
                  </a:lnTo>
                  <a:lnTo>
                    <a:pt x="765531" y="765531"/>
                  </a:lnTo>
                  <a:lnTo>
                    <a:pt x="871476" y="765531"/>
                  </a:lnTo>
                  <a:lnTo>
                    <a:pt x="871476" y="819925"/>
                  </a:lnTo>
                  <a:close/>
                </a:path>
              </a:pathLst>
            </a:custGeom>
            <a:solidFill>
              <a:srgbClr val="13975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/>
          <p:nvPr/>
        </p:nvSpPr>
        <p:spPr>
          <a:xfrm>
            <a:off x="1934848" y="8277074"/>
            <a:ext cx="1243584" cy="823715"/>
          </a:xfrm>
          <a:custGeom>
            <a:avLst/>
            <a:gdLst/>
            <a:ahLst/>
            <a:cxnLst/>
            <a:rect l="l" t="t" r="r" b="b"/>
            <a:pathLst>
              <a:path w="676909" h="701039">
                <a:moveTo>
                  <a:pt x="627957" y="504654"/>
                </a:moveTo>
                <a:lnTo>
                  <a:pt x="336641" y="504654"/>
                </a:lnTo>
                <a:lnTo>
                  <a:pt x="336641" y="355051"/>
                </a:lnTo>
                <a:lnTo>
                  <a:pt x="52" y="169445"/>
                </a:lnTo>
                <a:lnTo>
                  <a:pt x="0" y="0"/>
                </a:lnTo>
                <a:lnTo>
                  <a:pt x="336641" y="185636"/>
                </a:lnTo>
                <a:lnTo>
                  <a:pt x="627951" y="185636"/>
                </a:lnTo>
                <a:lnTo>
                  <a:pt x="650975" y="198332"/>
                </a:lnTo>
                <a:lnTo>
                  <a:pt x="343757" y="198332"/>
                </a:lnTo>
                <a:lnTo>
                  <a:pt x="343757" y="347935"/>
                </a:lnTo>
                <a:lnTo>
                  <a:pt x="627957" y="504654"/>
                </a:lnTo>
                <a:close/>
              </a:path>
              <a:path w="676909" h="701039">
                <a:moveTo>
                  <a:pt x="627951" y="185636"/>
                </a:moveTo>
                <a:lnTo>
                  <a:pt x="336641" y="185636"/>
                </a:lnTo>
                <a:lnTo>
                  <a:pt x="336641" y="24997"/>
                </a:lnTo>
                <a:lnTo>
                  <a:pt x="627951" y="185636"/>
                </a:lnTo>
                <a:close/>
              </a:path>
              <a:path w="676909" h="701039">
                <a:moveTo>
                  <a:pt x="676327" y="381728"/>
                </a:moveTo>
                <a:lnTo>
                  <a:pt x="343757" y="198332"/>
                </a:lnTo>
                <a:lnTo>
                  <a:pt x="650975" y="198332"/>
                </a:lnTo>
                <a:lnTo>
                  <a:pt x="676327" y="212313"/>
                </a:lnTo>
                <a:lnTo>
                  <a:pt x="676327" y="381728"/>
                </a:lnTo>
                <a:close/>
              </a:path>
              <a:path w="676909" h="701039">
                <a:moveTo>
                  <a:pt x="343757" y="677989"/>
                </a:moveTo>
                <a:lnTo>
                  <a:pt x="52" y="488460"/>
                </a:lnTo>
                <a:lnTo>
                  <a:pt x="52" y="319045"/>
                </a:lnTo>
                <a:lnTo>
                  <a:pt x="336641" y="504654"/>
                </a:lnTo>
                <a:lnTo>
                  <a:pt x="627957" y="504654"/>
                </a:lnTo>
                <a:lnTo>
                  <a:pt x="650981" y="517350"/>
                </a:lnTo>
                <a:lnTo>
                  <a:pt x="343757" y="517350"/>
                </a:lnTo>
                <a:lnTo>
                  <a:pt x="343757" y="677989"/>
                </a:lnTo>
                <a:close/>
              </a:path>
              <a:path w="676909" h="701039">
                <a:moveTo>
                  <a:pt x="676327" y="700742"/>
                </a:moveTo>
                <a:lnTo>
                  <a:pt x="343757" y="517350"/>
                </a:lnTo>
                <a:lnTo>
                  <a:pt x="650981" y="517350"/>
                </a:lnTo>
                <a:lnTo>
                  <a:pt x="676327" y="531327"/>
                </a:lnTo>
                <a:lnTo>
                  <a:pt x="676327" y="700742"/>
                </a:lnTo>
                <a:close/>
              </a:path>
            </a:pathLst>
          </a:custGeom>
          <a:solidFill>
            <a:srgbClr val="01673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 txBox="1">
            <a:spLocks noGrp="1"/>
          </p:cNvSpPr>
          <p:nvPr>
            <p:ph type="title"/>
          </p:nvPr>
        </p:nvSpPr>
        <p:spPr>
          <a:xfrm>
            <a:off x="8786966" y="1117486"/>
            <a:ext cx="8229045" cy="387286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lang="en-US" sz="2400" spc="-35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93% of Pakistan’s freshwater is used for agriculture.</a:t>
            </a:r>
            <a:endParaRPr sz="2400" spc="-1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6351492" y="966628"/>
            <a:ext cx="838200" cy="694421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4400" b="1" spc="-170" dirty="0">
                <a:solidFill>
                  <a:schemeClr val="accent3">
                    <a:lumMod val="50000"/>
                  </a:schemeClr>
                </a:solidFill>
                <a:latin typeface="Tahoma"/>
                <a:cs typeface="Tahoma"/>
              </a:rPr>
              <a:t>0</a:t>
            </a:r>
            <a:r>
              <a:rPr lang="en-US" sz="4400" b="1" spc="-170" dirty="0">
                <a:solidFill>
                  <a:schemeClr val="accent3">
                    <a:lumMod val="50000"/>
                  </a:schemeClr>
                </a:solidFill>
                <a:latin typeface="Tahoma"/>
                <a:cs typeface="Tahoma"/>
              </a:rPr>
              <a:t>6</a:t>
            </a:r>
            <a:endParaRPr sz="4400" dirty="0">
              <a:solidFill>
                <a:schemeClr val="accent3">
                  <a:lumMod val="50000"/>
                </a:schemeClr>
              </a:solidFill>
              <a:latin typeface="Tahoma"/>
              <a:cs typeface="Tahoma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10838566" y="3338616"/>
            <a:ext cx="3664585" cy="534670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sz="3300" spc="-35" dirty="0">
                <a:solidFill>
                  <a:srgbClr val="FFFFFF"/>
                </a:solidFill>
                <a:latin typeface="Verdana"/>
                <a:cs typeface="Verdana"/>
              </a:rPr>
              <a:t>Company</a:t>
            </a:r>
            <a:r>
              <a:rPr sz="3300" spc="-24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3300" spc="-10" dirty="0">
                <a:solidFill>
                  <a:srgbClr val="FFFFFF"/>
                </a:solidFill>
                <a:latin typeface="Verdana"/>
                <a:cs typeface="Verdana"/>
              </a:rPr>
              <a:t>Mission</a:t>
            </a:r>
            <a:endParaRPr sz="3300" dirty="0">
              <a:latin typeface="Verdana"/>
              <a:cs typeface="Verdana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-778053" y="2974642"/>
            <a:ext cx="8296529" cy="2515753"/>
          </a:xfrm>
          <a:prstGeom prst="rect">
            <a:avLst/>
          </a:prstGeom>
        </p:spPr>
        <p:txBody>
          <a:bodyPr vert="horz" wrap="square" lIns="0" tIns="43815" rIns="0" bIns="0" rtlCol="0">
            <a:spAutoFit/>
          </a:bodyPr>
          <a:lstStyle/>
          <a:p>
            <a:pPr marL="12700" marR="641350" algn="ctr">
              <a:lnSpc>
                <a:spcPts val="10200"/>
              </a:lnSpc>
              <a:spcBef>
                <a:spcPts val="345"/>
              </a:spcBef>
            </a:pPr>
            <a:r>
              <a:rPr lang="en-US" sz="5400" spc="-265" dirty="0">
                <a:solidFill>
                  <a:srgbClr val="0F6B3C"/>
                </a:solidFill>
                <a:latin typeface="Arial Black" panose="020B0A04020102020204" pitchFamily="34" charset="0"/>
                <a:cs typeface="Tahoma"/>
              </a:rPr>
              <a:t>PROBLEM STATEMENT</a:t>
            </a:r>
            <a:endParaRPr sz="5400" dirty="0">
              <a:latin typeface="Arial Black" panose="020B0A04020102020204" pitchFamily="34" charset="0"/>
              <a:cs typeface="Tahoma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8640445" y="2296899"/>
            <a:ext cx="8085455" cy="208343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21700"/>
              </a:lnSpc>
              <a:spcBef>
                <a:spcPts val="95"/>
              </a:spcBef>
            </a:pPr>
            <a:r>
              <a:rPr sz="1850" spc="-60" dirty="0">
                <a:solidFill>
                  <a:srgbClr val="FFFFFF"/>
                </a:solidFill>
                <a:latin typeface="Verdana"/>
                <a:cs typeface="Verdana"/>
              </a:rPr>
              <a:t>Lorem</a:t>
            </a:r>
            <a:r>
              <a:rPr sz="1850" spc="-11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50" spc="-55" dirty="0">
                <a:solidFill>
                  <a:srgbClr val="FFFFFF"/>
                </a:solidFill>
                <a:latin typeface="Verdana"/>
                <a:cs typeface="Verdana"/>
              </a:rPr>
              <a:t>ipsum</a:t>
            </a:r>
            <a:r>
              <a:rPr sz="1850" spc="-11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50" spc="-20" dirty="0">
                <a:solidFill>
                  <a:srgbClr val="FFFFFF"/>
                </a:solidFill>
                <a:latin typeface="Verdana"/>
                <a:cs typeface="Verdana"/>
              </a:rPr>
              <a:t>dolor</a:t>
            </a:r>
            <a:r>
              <a:rPr sz="1850" spc="-10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50" spc="-40" dirty="0">
                <a:solidFill>
                  <a:srgbClr val="FFFFFF"/>
                </a:solidFill>
                <a:latin typeface="Verdana"/>
                <a:cs typeface="Verdana"/>
              </a:rPr>
              <a:t>sit</a:t>
            </a:r>
            <a:r>
              <a:rPr sz="1850" spc="-11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50" spc="-85" dirty="0">
                <a:solidFill>
                  <a:srgbClr val="FFFFFF"/>
                </a:solidFill>
                <a:latin typeface="Verdana"/>
                <a:cs typeface="Verdana"/>
              </a:rPr>
              <a:t>amet,</a:t>
            </a:r>
            <a:r>
              <a:rPr sz="1850" spc="-10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50" spc="-10" dirty="0">
                <a:solidFill>
                  <a:srgbClr val="FFFFFF"/>
                </a:solidFill>
                <a:latin typeface="Verdana"/>
                <a:cs typeface="Verdana"/>
              </a:rPr>
              <a:t>consectetur</a:t>
            </a:r>
            <a:r>
              <a:rPr sz="1850" spc="-11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50" spc="-25" dirty="0">
                <a:solidFill>
                  <a:srgbClr val="FFFFFF"/>
                </a:solidFill>
                <a:latin typeface="Verdana"/>
                <a:cs typeface="Verdana"/>
              </a:rPr>
              <a:t>adipiscing</a:t>
            </a:r>
            <a:r>
              <a:rPr sz="1850" spc="-11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50" spc="-80" dirty="0">
                <a:solidFill>
                  <a:srgbClr val="FFFFFF"/>
                </a:solidFill>
                <a:latin typeface="Verdana"/>
                <a:cs typeface="Verdana"/>
              </a:rPr>
              <a:t>elit.</a:t>
            </a:r>
            <a:r>
              <a:rPr sz="1850" spc="-10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50" spc="-10" dirty="0">
                <a:solidFill>
                  <a:srgbClr val="FFFFFF"/>
                </a:solidFill>
                <a:latin typeface="Verdana"/>
                <a:cs typeface="Verdana"/>
              </a:rPr>
              <a:t>Pellentesque </a:t>
            </a:r>
            <a:r>
              <a:rPr sz="1850" spc="-70" dirty="0">
                <a:solidFill>
                  <a:srgbClr val="FFFFFF"/>
                </a:solidFill>
                <a:latin typeface="Verdana"/>
                <a:cs typeface="Verdana"/>
              </a:rPr>
              <a:t>finibus,</a:t>
            </a:r>
            <a:r>
              <a:rPr sz="1850" spc="-8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50" spc="-50" dirty="0">
                <a:solidFill>
                  <a:srgbClr val="FFFFFF"/>
                </a:solidFill>
                <a:latin typeface="Verdana"/>
                <a:cs typeface="Verdana"/>
              </a:rPr>
              <a:t>metus</a:t>
            </a:r>
            <a:r>
              <a:rPr sz="1850" spc="-8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50" dirty="0">
                <a:solidFill>
                  <a:srgbClr val="FFFFFF"/>
                </a:solidFill>
                <a:latin typeface="Verdana"/>
                <a:cs typeface="Verdana"/>
              </a:rPr>
              <a:t>sed</a:t>
            </a:r>
            <a:r>
              <a:rPr sz="1850" spc="-8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50" spc="-60" dirty="0">
                <a:solidFill>
                  <a:srgbClr val="FFFFFF"/>
                </a:solidFill>
                <a:latin typeface="Verdana"/>
                <a:cs typeface="Verdana"/>
              </a:rPr>
              <a:t>condimentum</a:t>
            </a:r>
            <a:r>
              <a:rPr sz="1850" spc="-8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50" spc="-65" dirty="0">
                <a:solidFill>
                  <a:srgbClr val="FFFFFF"/>
                </a:solidFill>
                <a:latin typeface="Verdana"/>
                <a:cs typeface="Verdana"/>
              </a:rPr>
              <a:t>imperdiet,</a:t>
            </a:r>
            <a:r>
              <a:rPr sz="1850" spc="-8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50" dirty="0">
                <a:solidFill>
                  <a:srgbClr val="FFFFFF"/>
                </a:solidFill>
                <a:latin typeface="Verdana"/>
                <a:cs typeface="Verdana"/>
              </a:rPr>
              <a:t>lacus</a:t>
            </a:r>
            <a:r>
              <a:rPr sz="1850" spc="-8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50" spc="-60" dirty="0">
                <a:solidFill>
                  <a:srgbClr val="FFFFFF"/>
                </a:solidFill>
                <a:latin typeface="Verdana"/>
                <a:cs typeface="Verdana"/>
              </a:rPr>
              <a:t>lorem</a:t>
            </a:r>
            <a:r>
              <a:rPr sz="1850" spc="-8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50" spc="-10" dirty="0">
                <a:solidFill>
                  <a:srgbClr val="FFFFFF"/>
                </a:solidFill>
                <a:latin typeface="Verdana"/>
                <a:cs typeface="Verdana"/>
              </a:rPr>
              <a:t>elementum </a:t>
            </a:r>
            <a:r>
              <a:rPr sz="1850" spc="-85" dirty="0">
                <a:solidFill>
                  <a:srgbClr val="FFFFFF"/>
                </a:solidFill>
                <a:latin typeface="Verdana"/>
                <a:cs typeface="Verdana"/>
              </a:rPr>
              <a:t>nulla,</a:t>
            </a:r>
            <a:r>
              <a:rPr sz="1850" spc="-11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50" spc="-10" dirty="0">
                <a:solidFill>
                  <a:srgbClr val="FFFFFF"/>
                </a:solidFill>
                <a:latin typeface="Verdana"/>
                <a:cs typeface="Verdana"/>
              </a:rPr>
              <a:t>et</a:t>
            </a:r>
            <a:r>
              <a:rPr sz="1850" spc="-10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50" spc="-50" dirty="0">
                <a:solidFill>
                  <a:srgbClr val="FFFFFF"/>
                </a:solidFill>
                <a:latin typeface="Verdana"/>
                <a:cs typeface="Verdana"/>
              </a:rPr>
              <a:t>blandit</a:t>
            </a:r>
            <a:r>
              <a:rPr sz="1850" spc="-11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50" spc="-10" dirty="0">
                <a:solidFill>
                  <a:srgbClr val="FFFFFF"/>
                </a:solidFill>
                <a:latin typeface="Verdana"/>
                <a:cs typeface="Verdana"/>
              </a:rPr>
              <a:t>sem</a:t>
            </a:r>
            <a:r>
              <a:rPr sz="1850" spc="-10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50" spc="-55" dirty="0">
                <a:solidFill>
                  <a:srgbClr val="FFFFFF"/>
                </a:solidFill>
                <a:latin typeface="Verdana"/>
                <a:cs typeface="Verdana"/>
              </a:rPr>
              <a:t>erat</a:t>
            </a:r>
            <a:r>
              <a:rPr sz="1850" spc="-11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50" spc="-60" dirty="0">
                <a:solidFill>
                  <a:srgbClr val="FFFFFF"/>
                </a:solidFill>
                <a:latin typeface="Verdana"/>
                <a:cs typeface="Verdana"/>
              </a:rPr>
              <a:t>a</a:t>
            </a:r>
            <a:r>
              <a:rPr sz="1850" spc="-10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50" spc="-114" dirty="0">
                <a:solidFill>
                  <a:srgbClr val="FFFFFF"/>
                </a:solidFill>
                <a:latin typeface="Verdana"/>
                <a:cs typeface="Verdana"/>
              </a:rPr>
              <a:t>nibh.</a:t>
            </a:r>
            <a:r>
              <a:rPr sz="1850" spc="-11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50" spc="-85" dirty="0">
                <a:solidFill>
                  <a:srgbClr val="FFFFFF"/>
                </a:solidFill>
                <a:latin typeface="Verdana"/>
                <a:cs typeface="Verdana"/>
              </a:rPr>
              <a:t>Integer</a:t>
            </a:r>
            <a:r>
              <a:rPr sz="1850" spc="-10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50" dirty="0">
                <a:solidFill>
                  <a:srgbClr val="FFFFFF"/>
                </a:solidFill>
                <a:latin typeface="Verdana"/>
                <a:cs typeface="Verdana"/>
              </a:rPr>
              <a:t>egestas</a:t>
            </a:r>
            <a:r>
              <a:rPr sz="1850" spc="-11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50" dirty="0">
                <a:solidFill>
                  <a:srgbClr val="FFFFFF"/>
                </a:solidFill>
                <a:latin typeface="Verdana"/>
                <a:cs typeface="Verdana"/>
              </a:rPr>
              <a:t>leo</a:t>
            </a:r>
            <a:r>
              <a:rPr sz="1850" spc="-10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50" spc="-45" dirty="0">
                <a:solidFill>
                  <a:srgbClr val="FFFFFF"/>
                </a:solidFill>
                <a:latin typeface="Verdana"/>
                <a:cs typeface="Verdana"/>
              </a:rPr>
              <a:t>vel</a:t>
            </a:r>
            <a:r>
              <a:rPr sz="1850" spc="-11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50" spc="-50" dirty="0">
                <a:solidFill>
                  <a:srgbClr val="FFFFFF"/>
                </a:solidFill>
                <a:latin typeface="Verdana"/>
                <a:cs typeface="Verdana"/>
              </a:rPr>
              <a:t>porttitor</a:t>
            </a:r>
            <a:r>
              <a:rPr sz="1850" spc="-10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50" spc="-40" dirty="0">
                <a:solidFill>
                  <a:srgbClr val="FFFFFF"/>
                </a:solidFill>
                <a:latin typeface="Verdana"/>
                <a:cs typeface="Verdana"/>
              </a:rPr>
              <a:t>varius. </a:t>
            </a:r>
            <a:r>
              <a:rPr sz="1850" dirty="0">
                <a:solidFill>
                  <a:srgbClr val="FFFFFF"/>
                </a:solidFill>
                <a:latin typeface="Verdana"/>
                <a:cs typeface="Verdana"/>
              </a:rPr>
              <a:t>Sed</a:t>
            </a:r>
            <a:r>
              <a:rPr sz="1850" spc="-9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50" dirty="0">
                <a:solidFill>
                  <a:srgbClr val="FFFFFF"/>
                </a:solidFill>
                <a:latin typeface="Verdana"/>
                <a:cs typeface="Verdana"/>
              </a:rPr>
              <a:t>sodales</a:t>
            </a:r>
            <a:r>
              <a:rPr sz="1850" spc="-9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50" dirty="0">
                <a:solidFill>
                  <a:srgbClr val="FFFFFF"/>
                </a:solidFill>
                <a:latin typeface="Verdana"/>
                <a:cs typeface="Verdana"/>
              </a:rPr>
              <a:t>lectus</a:t>
            </a:r>
            <a:r>
              <a:rPr sz="1850" spc="-9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50" spc="-55" dirty="0">
                <a:solidFill>
                  <a:srgbClr val="FFFFFF"/>
                </a:solidFill>
                <a:latin typeface="Verdana"/>
                <a:cs typeface="Verdana"/>
              </a:rPr>
              <a:t>sem,</a:t>
            </a:r>
            <a:r>
              <a:rPr sz="1850" spc="-9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50" spc="-30" dirty="0">
                <a:solidFill>
                  <a:srgbClr val="FFFFFF"/>
                </a:solidFill>
                <a:latin typeface="Verdana"/>
                <a:cs typeface="Verdana"/>
              </a:rPr>
              <a:t>eu</a:t>
            </a:r>
            <a:r>
              <a:rPr sz="1850" spc="-9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50" spc="-50" dirty="0">
                <a:solidFill>
                  <a:srgbClr val="FFFFFF"/>
                </a:solidFill>
                <a:latin typeface="Verdana"/>
                <a:cs typeface="Verdana"/>
              </a:rPr>
              <a:t>vehicula</a:t>
            </a:r>
            <a:r>
              <a:rPr sz="1850" spc="-9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50" dirty="0">
                <a:solidFill>
                  <a:srgbClr val="FFFFFF"/>
                </a:solidFill>
                <a:latin typeface="Verdana"/>
                <a:cs typeface="Verdana"/>
              </a:rPr>
              <a:t>lacus</a:t>
            </a:r>
            <a:r>
              <a:rPr sz="1850" spc="-9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50" dirty="0">
                <a:solidFill>
                  <a:srgbClr val="FFFFFF"/>
                </a:solidFill>
                <a:latin typeface="Verdana"/>
                <a:cs typeface="Verdana"/>
              </a:rPr>
              <a:t>congue</a:t>
            </a:r>
            <a:r>
              <a:rPr sz="1850" spc="-9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50" spc="-110" dirty="0">
                <a:solidFill>
                  <a:srgbClr val="FFFFFF"/>
                </a:solidFill>
                <a:latin typeface="Verdana"/>
                <a:cs typeface="Verdana"/>
              </a:rPr>
              <a:t>maximus.</a:t>
            </a:r>
            <a:r>
              <a:rPr sz="1850" spc="-9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50" spc="-10" dirty="0">
                <a:solidFill>
                  <a:srgbClr val="FFFFFF"/>
                </a:solidFill>
                <a:latin typeface="Verdana"/>
                <a:cs typeface="Verdana"/>
              </a:rPr>
              <a:t>Quisque </a:t>
            </a:r>
            <a:r>
              <a:rPr sz="1850" spc="-45" dirty="0">
                <a:solidFill>
                  <a:srgbClr val="FFFFFF"/>
                </a:solidFill>
                <a:latin typeface="Verdana"/>
                <a:cs typeface="Verdana"/>
              </a:rPr>
              <a:t>ligula</a:t>
            </a:r>
            <a:r>
              <a:rPr sz="1850" spc="-10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50" spc="-80" dirty="0">
                <a:solidFill>
                  <a:srgbClr val="FFFFFF"/>
                </a:solidFill>
                <a:latin typeface="Verdana"/>
                <a:cs typeface="Verdana"/>
              </a:rPr>
              <a:t>velit,</a:t>
            </a:r>
            <a:r>
              <a:rPr sz="1850" spc="-10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50" spc="-90" dirty="0">
                <a:solidFill>
                  <a:srgbClr val="FFFFFF"/>
                </a:solidFill>
                <a:latin typeface="Verdana"/>
                <a:cs typeface="Verdana"/>
              </a:rPr>
              <a:t>interdum</a:t>
            </a:r>
            <a:r>
              <a:rPr sz="1850" spc="-10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50" spc="-40" dirty="0">
                <a:solidFill>
                  <a:srgbClr val="FFFFFF"/>
                </a:solidFill>
                <a:latin typeface="Verdana"/>
                <a:cs typeface="Verdana"/>
              </a:rPr>
              <a:t>id</a:t>
            </a:r>
            <a:r>
              <a:rPr sz="1850" spc="-10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50" spc="-25" dirty="0">
                <a:solidFill>
                  <a:srgbClr val="FFFFFF"/>
                </a:solidFill>
                <a:latin typeface="Verdana"/>
                <a:cs typeface="Verdana"/>
              </a:rPr>
              <a:t>sapien</a:t>
            </a:r>
            <a:r>
              <a:rPr sz="1850" spc="-10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50" spc="-85" dirty="0">
                <a:solidFill>
                  <a:srgbClr val="FFFFFF"/>
                </a:solidFill>
                <a:latin typeface="Verdana"/>
                <a:cs typeface="Verdana"/>
              </a:rPr>
              <a:t>eu,</a:t>
            </a:r>
            <a:r>
              <a:rPr sz="1850" spc="-10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50" spc="-55" dirty="0">
                <a:solidFill>
                  <a:srgbClr val="FFFFFF"/>
                </a:solidFill>
                <a:latin typeface="Verdana"/>
                <a:cs typeface="Verdana"/>
              </a:rPr>
              <a:t>imperdiet</a:t>
            </a:r>
            <a:r>
              <a:rPr sz="1850" spc="-10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50" spc="-40" dirty="0">
                <a:solidFill>
                  <a:srgbClr val="FFFFFF"/>
                </a:solidFill>
                <a:latin typeface="Verdana"/>
                <a:cs typeface="Verdana"/>
              </a:rPr>
              <a:t>tempus</a:t>
            </a:r>
            <a:r>
              <a:rPr sz="1850" spc="-10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50" spc="-95" dirty="0">
                <a:solidFill>
                  <a:srgbClr val="FFFFFF"/>
                </a:solidFill>
                <a:latin typeface="Verdana"/>
                <a:cs typeface="Verdana"/>
              </a:rPr>
              <a:t>justo.</a:t>
            </a:r>
            <a:r>
              <a:rPr sz="1850" spc="-10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50" dirty="0">
                <a:solidFill>
                  <a:srgbClr val="FFFFFF"/>
                </a:solidFill>
                <a:latin typeface="Verdana"/>
                <a:cs typeface="Verdana"/>
              </a:rPr>
              <a:t>Fusce</a:t>
            </a:r>
            <a:r>
              <a:rPr sz="1850" spc="-10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50" spc="-10" dirty="0">
                <a:solidFill>
                  <a:srgbClr val="FFFFFF"/>
                </a:solidFill>
                <a:latin typeface="Verdana"/>
                <a:cs typeface="Verdana"/>
              </a:rPr>
              <a:t>mattis </a:t>
            </a:r>
            <a:r>
              <a:rPr sz="1850" spc="-20" dirty="0">
                <a:solidFill>
                  <a:srgbClr val="FFFFFF"/>
                </a:solidFill>
                <a:latin typeface="Verdana"/>
                <a:cs typeface="Verdana"/>
              </a:rPr>
              <a:t>tellus</a:t>
            </a:r>
            <a:r>
              <a:rPr sz="1850" spc="-114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50" spc="-30" dirty="0">
                <a:solidFill>
                  <a:srgbClr val="FFFFFF"/>
                </a:solidFill>
                <a:latin typeface="Verdana"/>
                <a:cs typeface="Verdana"/>
              </a:rPr>
              <a:t>eu</a:t>
            </a:r>
            <a:r>
              <a:rPr sz="1850" spc="-11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50" spc="-65" dirty="0">
                <a:solidFill>
                  <a:srgbClr val="FFFFFF"/>
                </a:solidFill>
                <a:latin typeface="Verdana"/>
                <a:cs typeface="Verdana"/>
              </a:rPr>
              <a:t>justo</a:t>
            </a:r>
            <a:r>
              <a:rPr sz="1850" spc="-11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50" spc="-60" dirty="0">
                <a:solidFill>
                  <a:srgbClr val="FFFFFF"/>
                </a:solidFill>
                <a:latin typeface="Verdana"/>
                <a:cs typeface="Verdana"/>
              </a:rPr>
              <a:t>porta,</a:t>
            </a:r>
            <a:r>
              <a:rPr sz="1850" spc="-11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50" spc="-45" dirty="0">
                <a:solidFill>
                  <a:srgbClr val="FFFFFF"/>
                </a:solidFill>
                <a:latin typeface="Verdana"/>
                <a:cs typeface="Verdana"/>
              </a:rPr>
              <a:t>vel</a:t>
            </a:r>
            <a:r>
              <a:rPr sz="1850" spc="-11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50" spc="-60" dirty="0">
                <a:solidFill>
                  <a:srgbClr val="FFFFFF"/>
                </a:solidFill>
                <a:latin typeface="Verdana"/>
                <a:cs typeface="Verdana"/>
              </a:rPr>
              <a:t>condimentum</a:t>
            </a:r>
            <a:r>
              <a:rPr sz="1850" spc="-11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50" spc="-50" dirty="0">
                <a:solidFill>
                  <a:srgbClr val="FFFFFF"/>
                </a:solidFill>
                <a:latin typeface="Verdana"/>
                <a:cs typeface="Verdana"/>
              </a:rPr>
              <a:t>metus</a:t>
            </a:r>
            <a:r>
              <a:rPr sz="1850" spc="-114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50" spc="-10" dirty="0">
                <a:solidFill>
                  <a:srgbClr val="FFFFFF"/>
                </a:solidFill>
                <a:latin typeface="Verdana"/>
                <a:cs typeface="Verdana"/>
              </a:rPr>
              <a:t>semper.</a:t>
            </a:r>
            <a:endParaRPr sz="1850" dirty="0">
              <a:latin typeface="Verdana"/>
              <a:cs typeface="Verdana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8640445" y="6706892"/>
            <a:ext cx="8085455" cy="208343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21700"/>
              </a:lnSpc>
              <a:spcBef>
                <a:spcPts val="95"/>
              </a:spcBef>
            </a:pPr>
            <a:r>
              <a:rPr sz="1850" spc="-60" dirty="0">
                <a:solidFill>
                  <a:srgbClr val="FFFFFF"/>
                </a:solidFill>
                <a:latin typeface="Verdana"/>
                <a:cs typeface="Verdana"/>
              </a:rPr>
              <a:t>Lorem</a:t>
            </a:r>
            <a:r>
              <a:rPr sz="1850" spc="-11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50" spc="-55" dirty="0">
                <a:solidFill>
                  <a:srgbClr val="FFFFFF"/>
                </a:solidFill>
                <a:latin typeface="Verdana"/>
                <a:cs typeface="Verdana"/>
              </a:rPr>
              <a:t>ipsum</a:t>
            </a:r>
            <a:r>
              <a:rPr sz="1850" spc="-11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50" spc="-20" dirty="0">
                <a:solidFill>
                  <a:srgbClr val="FFFFFF"/>
                </a:solidFill>
                <a:latin typeface="Verdana"/>
                <a:cs typeface="Verdana"/>
              </a:rPr>
              <a:t>dolor</a:t>
            </a:r>
            <a:r>
              <a:rPr sz="1850" spc="-10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50" spc="-40" dirty="0">
                <a:solidFill>
                  <a:srgbClr val="FFFFFF"/>
                </a:solidFill>
                <a:latin typeface="Verdana"/>
                <a:cs typeface="Verdana"/>
              </a:rPr>
              <a:t>sit</a:t>
            </a:r>
            <a:r>
              <a:rPr sz="1850" spc="-11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50" spc="-85" dirty="0">
                <a:solidFill>
                  <a:srgbClr val="FFFFFF"/>
                </a:solidFill>
                <a:latin typeface="Verdana"/>
                <a:cs typeface="Verdana"/>
              </a:rPr>
              <a:t>amet,</a:t>
            </a:r>
            <a:r>
              <a:rPr sz="1850" spc="-10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50" spc="-10" dirty="0">
                <a:solidFill>
                  <a:srgbClr val="FFFFFF"/>
                </a:solidFill>
                <a:latin typeface="Verdana"/>
                <a:cs typeface="Verdana"/>
              </a:rPr>
              <a:t>consectetur</a:t>
            </a:r>
            <a:r>
              <a:rPr sz="1850" spc="-11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50" spc="-25" dirty="0">
                <a:solidFill>
                  <a:srgbClr val="FFFFFF"/>
                </a:solidFill>
                <a:latin typeface="Verdana"/>
                <a:cs typeface="Verdana"/>
              </a:rPr>
              <a:t>adipiscing</a:t>
            </a:r>
            <a:r>
              <a:rPr sz="1850" spc="-11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50" spc="-80" dirty="0">
                <a:solidFill>
                  <a:srgbClr val="FFFFFF"/>
                </a:solidFill>
                <a:latin typeface="Verdana"/>
                <a:cs typeface="Verdana"/>
              </a:rPr>
              <a:t>elit.</a:t>
            </a:r>
            <a:r>
              <a:rPr sz="1850" spc="-10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50" spc="-10" dirty="0">
                <a:solidFill>
                  <a:srgbClr val="FFFFFF"/>
                </a:solidFill>
                <a:latin typeface="Verdana"/>
                <a:cs typeface="Verdana"/>
              </a:rPr>
              <a:t>Pellentesque </a:t>
            </a:r>
            <a:r>
              <a:rPr sz="1850" spc="-70" dirty="0">
                <a:solidFill>
                  <a:srgbClr val="FFFFFF"/>
                </a:solidFill>
                <a:latin typeface="Verdana"/>
                <a:cs typeface="Verdana"/>
              </a:rPr>
              <a:t>finibus,</a:t>
            </a:r>
            <a:r>
              <a:rPr sz="1850" spc="-8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50" spc="-50" dirty="0">
                <a:solidFill>
                  <a:srgbClr val="FFFFFF"/>
                </a:solidFill>
                <a:latin typeface="Verdana"/>
                <a:cs typeface="Verdana"/>
              </a:rPr>
              <a:t>metus</a:t>
            </a:r>
            <a:r>
              <a:rPr sz="1850" spc="-8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50" dirty="0">
                <a:solidFill>
                  <a:srgbClr val="FFFFFF"/>
                </a:solidFill>
                <a:latin typeface="Verdana"/>
                <a:cs typeface="Verdana"/>
              </a:rPr>
              <a:t>sed</a:t>
            </a:r>
            <a:r>
              <a:rPr sz="1850" spc="-8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50" spc="-60" dirty="0">
                <a:solidFill>
                  <a:srgbClr val="FFFFFF"/>
                </a:solidFill>
                <a:latin typeface="Verdana"/>
                <a:cs typeface="Verdana"/>
              </a:rPr>
              <a:t>condimentum</a:t>
            </a:r>
            <a:r>
              <a:rPr sz="1850" spc="-8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50" spc="-65" dirty="0">
                <a:solidFill>
                  <a:srgbClr val="FFFFFF"/>
                </a:solidFill>
                <a:latin typeface="Verdana"/>
                <a:cs typeface="Verdana"/>
              </a:rPr>
              <a:t>imperdiet,</a:t>
            </a:r>
            <a:r>
              <a:rPr sz="1850" spc="-8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50" dirty="0">
                <a:solidFill>
                  <a:srgbClr val="FFFFFF"/>
                </a:solidFill>
                <a:latin typeface="Verdana"/>
                <a:cs typeface="Verdana"/>
              </a:rPr>
              <a:t>lacus</a:t>
            </a:r>
            <a:r>
              <a:rPr sz="1850" spc="-8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50" spc="-60" dirty="0">
                <a:solidFill>
                  <a:srgbClr val="FFFFFF"/>
                </a:solidFill>
                <a:latin typeface="Verdana"/>
                <a:cs typeface="Verdana"/>
              </a:rPr>
              <a:t>lorem</a:t>
            </a:r>
            <a:r>
              <a:rPr sz="1850" spc="-8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50" spc="-10" dirty="0">
                <a:solidFill>
                  <a:srgbClr val="FFFFFF"/>
                </a:solidFill>
                <a:latin typeface="Verdana"/>
                <a:cs typeface="Verdana"/>
              </a:rPr>
              <a:t>elementum </a:t>
            </a:r>
            <a:r>
              <a:rPr sz="1850" spc="-85" dirty="0">
                <a:solidFill>
                  <a:srgbClr val="FFFFFF"/>
                </a:solidFill>
                <a:latin typeface="Verdana"/>
                <a:cs typeface="Verdana"/>
              </a:rPr>
              <a:t>nulla,</a:t>
            </a:r>
            <a:r>
              <a:rPr sz="1850" spc="-11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50" spc="-10" dirty="0">
                <a:solidFill>
                  <a:srgbClr val="FFFFFF"/>
                </a:solidFill>
                <a:latin typeface="Verdana"/>
                <a:cs typeface="Verdana"/>
              </a:rPr>
              <a:t>et</a:t>
            </a:r>
            <a:r>
              <a:rPr sz="1850" spc="-10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50" spc="-50" dirty="0">
                <a:solidFill>
                  <a:srgbClr val="FFFFFF"/>
                </a:solidFill>
                <a:latin typeface="Verdana"/>
                <a:cs typeface="Verdana"/>
              </a:rPr>
              <a:t>blandit</a:t>
            </a:r>
            <a:r>
              <a:rPr sz="1850" spc="-11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50" spc="-10" dirty="0">
                <a:solidFill>
                  <a:srgbClr val="FFFFFF"/>
                </a:solidFill>
                <a:latin typeface="Verdana"/>
                <a:cs typeface="Verdana"/>
              </a:rPr>
              <a:t>sem</a:t>
            </a:r>
            <a:r>
              <a:rPr sz="1850" spc="-10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50" spc="-55" dirty="0">
                <a:solidFill>
                  <a:srgbClr val="FFFFFF"/>
                </a:solidFill>
                <a:latin typeface="Verdana"/>
                <a:cs typeface="Verdana"/>
              </a:rPr>
              <a:t>erat</a:t>
            </a:r>
            <a:r>
              <a:rPr sz="1850" spc="-11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50" spc="-60" dirty="0">
                <a:solidFill>
                  <a:srgbClr val="FFFFFF"/>
                </a:solidFill>
                <a:latin typeface="Verdana"/>
                <a:cs typeface="Verdana"/>
              </a:rPr>
              <a:t>a</a:t>
            </a:r>
            <a:r>
              <a:rPr sz="1850" spc="-10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50" spc="-114" dirty="0">
                <a:solidFill>
                  <a:srgbClr val="FFFFFF"/>
                </a:solidFill>
                <a:latin typeface="Verdana"/>
                <a:cs typeface="Verdana"/>
              </a:rPr>
              <a:t>nibh.</a:t>
            </a:r>
            <a:r>
              <a:rPr sz="1850" spc="-11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50" spc="-85" dirty="0">
                <a:solidFill>
                  <a:srgbClr val="FFFFFF"/>
                </a:solidFill>
                <a:latin typeface="Verdana"/>
                <a:cs typeface="Verdana"/>
              </a:rPr>
              <a:t>Integer</a:t>
            </a:r>
            <a:r>
              <a:rPr sz="1850" spc="-10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50" dirty="0">
                <a:solidFill>
                  <a:srgbClr val="FFFFFF"/>
                </a:solidFill>
                <a:latin typeface="Verdana"/>
                <a:cs typeface="Verdana"/>
              </a:rPr>
              <a:t>egestas</a:t>
            </a:r>
            <a:r>
              <a:rPr sz="1850" spc="-11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50" dirty="0">
                <a:solidFill>
                  <a:srgbClr val="FFFFFF"/>
                </a:solidFill>
                <a:latin typeface="Verdana"/>
                <a:cs typeface="Verdana"/>
              </a:rPr>
              <a:t>leo</a:t>
            </a:r>
            <a:r>
              <a:rPr sz="1850" spc="-10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50" spc="-45" dirty="0">
                <a:solidFill>
                  <a:srgbClr val="FFFFFF"/>
                </a:solidFill>
                <a:latin typeface="Verdana"/>
                <a:cs typeface="Verdana"/>
              </a:rPr>
              <a:t>vel</a:t>
            </a:r>
            <a:r>
              <a:rPr sz="1850" spc="-11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50" spc="-50" dirty="0">
                <a:solidFill>
                  <a:srgbClr val="FFFFFF"/>
                </a:solidFill>
                <a:latin typeface="Verdana"/>
                <a:cs typeface="Verdana"/>
              </a:rPr>
              <a:t>porttitor</a:t>
            </a:r>
            <a:r>
              <a:rPr sz="1850" spc="-10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50" spc="-40" dirty="0">
                <a:solidFill>
                  <a:srgbClr val="FFFFFF"/>
                </a:solidFill>
                <a:latin typeface="Verdana"/>
                <a:cs typeface="Verdana"/>
              </a:rPr>
              <a:t>varius. </a:t>
            </a:r>
            <a:r>
              <a:rPr sz="1850" dirty="0">
                <a:solidFill>
                  <a:srgbClr val="FFFFFF"/>
                </a:solidFill>
                <a:latin typeface="Verdana"/>
                <a:cs typeface="Verdana"/>
              </a:rPr>
              <a:t>Sed</a:t>
            </a:r>
            <a:r>
              <a:rPr sz="1850" spc="-9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50" dirty="0">
                <a:solidFill>
                  <a:srgbClr val="FFFFFF"/>
                </a:solidFill>
                <a:latin typeface="Verdana"/>
                <a:cs typeface="Verdana"/>
              </a:rPr>
              <a:t>sodales</a:t>
            </a:r>
            <a:r>
              <a:rPr sz="1850" spc="-9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50" dirty="0">
                <a:solidFill>
                  <a:srgbClr val="FFFFFF"/>
                </a:solidFill>
                <a:latin typeface="Verdana"/>
                <a:cs typeface="Verdana"/>
              </a:rPr>
              <a:t>lectus</a:t>
            </a:r>
            <a:r>
              <a:rPr sz="1850" spc="-9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50" spc="-55" dirty="0">
                <a:solidFill>
                  <a:srgbClr val="FFFFFF"/>
                </a:solidFill>
                <a:latin typeface="Verdana"/>
                <a:cs typeface="Verdana"/>
              </a:rPr>
              <a:t>sem,</a:t>
            </a:r>
            <a:r>
              <a:rPr sz="1850" spc="-9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50" spc="-30" dirty="0">
                <a:solidFill>
                  <a:srgbClr val="FFFFFF"/>
                </a:solidFill>
                <a:latin typeface="Verdana"/>
                <a:cs typeface="Verdana"/>
              </a:rPr>
              <a:t>eu</a:t>
            </a:r>
            <a:r>
              <a:rPr sz="1850" spc="-9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50" spc="-50" dirty="0">
                <a:solidFill>
                  <a:srgbClr val="FFFFFF"/>
                </a:solidFill>
                <a:latin typeface="Verdana"/>
                <a:cs typeface="Verdana"/>
              </a:rPr>
              <a:t>vehicula</a:t>
            </a:r>
            <a:r>
              <a:rPr sz="1850" spc="-9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50" dirty="0">
                <a:solidFill>
                  <a:srgbClr val="FFFFFF"/>
                </a:solidFill>
                <a:latin typeface="Verdana"/>
                <a:cs typeface="Verdana"/>
              </a:rPr>
              <a:t>lacus</a:t>
            </a:r>
            <a:r>
              <a:rPr sz="1850" spc="-9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50" dirty="0">
                <a:solidFill>
                  <a:srgbClr val="FFFFFF"/>
                </a:solidFill>
                <a:latin typeface="Verdana"/>
                <a:cs typeface="Verdana"/>
              </a:rPr>
              <a:t>congue</a:t>
            </a:r>
            <a:r>
              <a:rPr sz="1850" spc="-9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50" spc="-110" dirty="0">
                <a:solidFill>
                  <a:srgbClr val="FFFFFF"/>
                </a:solidFill>
                <a:latin typeface="Verdana"/>
                <a:cs typeface="Verdana"/>
              </a:rPr>
              <a:t>maximus.</a:t>
            </a:r>
            <a:r>
              <a:rPr sz="1850" spc="-9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50" spc="-10" dirty="0">
                <a:solidFill>
                  <a:srgbClr val="FFFFFF"/>
                </a:solidFill>
                <a:latin typeface="Verdana"/>
                <a:cs typeface="Verdana"/>
              </a:rPr>
              <a:t>Quisque </a:t>
            </a:r>
            <a:r>
              <a:rPr sz="1850" spc="-45" dirty="0">
                <a:solidFill>
                  <a:srgbClr val="FFFFFF"/>
                </a:solidFill>
                <a:latin typeface="Verdana"/>
                <a:cs typeface="Verdana"/>
              </a:rPr>
              <a:t>ligula</a:t>
            </a:r>
            <a:r>
              <a:rPr sz="1850" spc="-10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50" spc="-80" dirty="0">
                <a:solidFill>
                  <a:srgbClr val="FFFFFF"/>
                </a:solidFill>
                <a:latin typeface="Verdana"/>
                <a:cs typeface="Verdana"/>
              </a:rPr>
              <a:t>velit,</a:t>
            </a:r>
            <a:r>
              <a:rPr sz="1850" spc="-10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50" spc="-90" dirty="0">
                <a:solidFill>
                  <a:srgbClr val="FFFFFF"/>
                </a:solidFill>
                <a:latin typeface="Verdana"/>
                <a:cs typeface="Verdana"/>
              </a:rPr>
              <a:t>interdum</a:t>
            </a:r>
            <a:r>
              <a:rPr sz="1850" spc="-10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50" spc="-40" dirty="0">
                <a:solidFill>
                  <a:srgbClr val="FFFFFF"/>
                </a:solidFill>
                <a:latin typeface="Verdana"/>
                <a:cs typeface="Verdana"/>
              </a:rPr>
              <a:t>id</a:t>
            </a:r>
            <a:r>
              <a:rPr sz="1850" spc="-10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50" spc="-25" dirty="0">
                <a:solidFill>
                  <a:srgbClr val="FFFFFF"/>
                </a:solidFill>
                <a:latin typeface="Verdana"/>
                <a:cs typeface="Verdana"/>
              </a:rPr>
              <a:t>sapien</a:t>
            </a:r>
            <a:r>
              <a:rPr sz="1850" spc="-10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50" spc="-85" dirty="0">
                <a:solidFill>
                  <a:srgbClr val="FFFFFF"/>
                </a:solidFill>
                <a:latin typeface="Verdana"/>
                <a:cs typeface="Verdana"/>
              </a:rPr>
              <a:t>eu,</a:t>
            </a:r>
            <a:r>
              <a:rPr sz="1850" spc="-10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50" spc="-55" dirty="0">
                <a:solidFill>
                  <a:srgbClr val="FFFFFF"/>
                </a:solidFill>
                <a:latin typeface="Verdana"/>
                <a:cs typeface="Verdana"/>
              </a:rPr>
              <a:t>imperdiet</a:t>
            </a:r>
            <a:r>
              <a:rPr sz="1850" spc="-10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50" spc="-40" dirty="0">
                <a:solidFill>
                  <a:srgbClr val="FFFFFF"/>
                </a:solidFill>
                <a:latin typeface="Verdana"/>
                <a:cs typeface="Verdana"/>
              </a:rPr>
              <a:t>tempus</a:t>
            </a:r>
            <a:r>
              <a:rPr sz="1850" spc="-10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50" spc="-95" dirty="0">
                <a:solidFill>
                  <a:srgbClr val="FFFFFF"/>
                </a:solidFill>
                <a:latin typeface="Verdana"/>
                <a:cs typeface="Verdana"/>
              </a:rPr>
              <a:t>justo.</a:t>
            </a:r>
            <a:r>
              <a:rPr sz="1850" spc="-10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50" dirty="0">
                <a:solidFill>
                  <a:srgbClr val="FFFFFF"/>
                </a:solidFill>
                <a:latin typeface="Verdana"/>
                <a:cs typeface="Verdana"/>
              </a:rPr>
              <a:t>Fusce</a:t>
            </a:r>
            <a:r>
              <a:rPr sz="1850" spc="-10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50" spc="-10" dirty="0">
                <a:solidFill>
                  <a:srgbClr val="FFFFFF"/>
                </a:solidFill>
                <a:latin typeface="Verdana"/>
                <a:cs typeface="Verdana"/>
              </a:rPr>
              <a:t>mattis </a:t>
            </a:r>
            <a:r>
              <a:rPr sz="1850" spc="-20" dirty="0">
                <a:solidFill>
                  <a:srgbClr val="FFFFFF"/>
                </a:solidFill>
                <a:latin typeface="Verdana"/>
                <a:cs typeface="Verdana"/>
              </a:rPr>
              <a:t>tellus</a:t>
            </a:r>
            <a:r>
              <a:rPr sz="1850" spc="-114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50" spc="-30" dirty="0">
                <a:solidFill>
                  <a:srgbClr val="FFFFFF"/>
                </a:solidFill>
                <a:latin typeface="Verdana"/>
                <a:cs typeface="Verdana"/>
              </a:rPr>
              <a:t>eu</a:t>
            </a:r>
            <a:r>
              <a:rPr sz="1850" spc="-11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50" spc="-65" dirty="0">
                <a:solidFill>
                  <a:srgbClr val="FFFFFF"/>
                </a:solidFill>
                <a:latin typeface="Verdana"/>
                <a:cs typeface="Verdana"/>
              </a:rPr>
              <a:t>justo</a:t>
            </a:r>
            <a:r>
              <a:rPr sz="1850" spc="-11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50" spc="-60" dirty="0">
                <a:solidFill>
                  <a:srgbClr val="FFFFFF"/>
                </a:solidFill>
                <a:latin typeface="Verdana"/>
                <a:cs typeface="Verdana"/>
              </a:rPr>
              <a:t>porta,</a:t>
            </a:r>
            <a:r>
              <a:rPr sz="1850" spc="-11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50" spc="-45" dirty="0">
                <a:solidFill>
                  <a:srgbClr val="FFFFFF"/>
                </a:solidFill>
                <a:latin typeface="Verdana"/>
                <a:cs typeface="Verdana"/>
              </a:rPr>
              <a:t>vel</a:t>
            </a:r>
            <a:r>
              <a:rPr sz="1850" spc="-11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50" spc="-60" dirty="0">
                <a:solidFill>
                  <a:srgbClr val="FFFFFF"/>
                </a:solidFill>
                <a:latin typeface="Verdana"/>
                <a:cs typeface="Verdana"/>
              </a:rPr>
              <a:t>condimentum</a:t>
            </a:r>
            <a:r>
              <a:rPr sz="1850" spc="-11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50" spc="-50" dirty="0">
                <a:solidFill>
                  <a:srgbClr val="FFFFFF"/>
                </a:solidFill>
                <a:latin typeface="Verdana"/>
                <a:cs typeface="Verdana"/>
              </a:rPr>
              <a:t>metus</a:t>
            </a:r>
            <a:r>
              <a:rPr sz="1850" spc="-114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50" spc="-10" dirty="0">
                <a:solidFill>
                  <a:srgbClr val="FFFFFF"/>
                </a:solidFill>
                <a:latin typeface="Verdana"/>
                <a:cs typeface="Verdana"/>
              </a:rPr>
              <a:t>semper.</a:t>
            </a:r>
            <a:endParaRPr sz="1850">
              <a:latin typeface="Verdana"/>
              <a:cs typeface="Verdana"/>
            </a:endParaRPr>
          </a:p>
        </p:txBody>
      </p:sp>
      <p:grpSp>
        <p:nvGrpSpPr>
          <p:cNvPr id="26" name="object 4"/>
          <p:cNvGrpSpPr/>
          <p:nvPr/>
        </p:nvGrpSpPr>
        <p:grpSpPr>
          <a:xfrm>
            <a:off x="5959198" y="2608895"/>
            <a:ext cx="10995049" cy="1405819"/>
            <a:chOff x="7693089" y="1032123"/>
            <a:chExt cx="7032854" cy="1006476"/>
          </a:xfrm>
        </p:grpSpPr>
        <p:sp>
          <p:nvSpPr>
            <p:cNvPr id="27" name="object 5"/>
            <p:cNvSpPr/>
            <p:nvPr/>
          </p:nvSpPr>
          <p:spPr>
            <a:xfrm>
              <a:off x="7693089" y="1051901"/>
              <a:ext cx="5365750" cy="986698"/>
            </a:xfrm>
            <a:custGeom>
              <a:avLst/>
              <a:gdLst/>
              <a:ahLst/>
              <a:cxnLst/>
              <a:rect l="l" t="t" r="r" b="b"/>
              <a:pathLst>
                <a:path w="5365750" h="1006475">
                  <a:moveTo>
                    <a:pt x="5344804" y="359466"/>
                  </a:moveTo>
                  <a:lnTo>
                    <a:pt x="1195770" y="359466"/>
                  </a:lnTo>
                  <a:lnTo>
                    <a:pt x="1243145" y="356270"/>
                  </a:lnTo>
                  <a:lnTo>
                    <a:pt x="1289184" y="346849"/>
                  </a:lnTo>
                  <a:lnTo>
                    <a:pt x="1333257" y="331455"/>
                  </a:lnTo>
                  <a:lnTo>
                    <a:pt x="1374733" y="310340"/>
                  </a:lnTo>
                  <a:lnTo>
                    <a:pt x="1412981" y="283756"/>
                  </a:lnTo>
                  <a:lnTo>
                    <a:pt x="1447373" y="251955"/>
                  </a:lnTo>
                  <a:lnTo>
                    <a:pt x="1477276" y="215189"/>
                  </a:lnTo>
                  <a:lnTo>
                    <a:pt x="1506392" y="177545"/>
                  </a:lnTo>
                  <a:lnTo>
                    <a:pt x="1538861" y="142844"/>
                  </a:lnTo>
                  <a:lnTo>
                    <a:pt x="1574443" y="111326"/>
                  </a:lnTo>
                  <a:lnTo>
                    <a:pt x="1612897" y="83231"/>
                  </a:lnTo>
                  <a:lnTo>
                    <a:pt x="1653983" y="58800"/>
                  </a:lnTo>
                  <a:lnTo>
                    <a:pt x="1697462" y="38272"/>
                  </a:lnTo>
                  <a:lnTo>
                    <a:pt x="1743092" y="21888"/>
                  </a:lnTo>
                  <a:lnTo>
                    <a:pt x="1790634" y="9888"/>
                  </a:lnTo>
                  <a:lnTo>
                    <a:pt x="1839848" y="2512"/>
                  </a:lnTo>
                  <a:lnTo>
                    <a:pt x="1890494" y="0"/>
                  </a:lnTo>
                  <a:lnTo>
                    <a:pt x="4860382" y="0"/>
                  </a:lnTo>
                  <a:lnTo>
                    <a:pt x="4910243" y="2369"/>
                  </a:lnTo>
                  <a:lnTo>
                    <a:pt x="4957523" y="9156"/>
                  </a:lnTo>
                  <a:lnTo>
                    <a:pt x="5003283" y="20209"/>
                  </a:lnTo>
                  <a:lnTo>
                    <a:pt x="5047314" y="35318"/>
                  </a:lnTo>
                  <a:lnTo>
                    <a:pt x="5089404" y="54269"/>
                  </a:lnTo>
                  <a:lnTo>
                    <a:pt x="5129342" y="76853"/>
                  </a:lnTo>
                  <a:lnTo>
                    <a:pt x="5166916" y="102857"/>
                  </a:lnTo>
                  <a:lnTo>
                    <a:pt x="5201914" y="132071"/>
                  </a:lnTo>
                  <a:lnTo>
                    <a:pt x="5234126" y="164283"/>
                  </a:lnTo>
                  <a:lnTo>
                    <a:pt x="5263339" y="199281"/>
                  </a:lnTo>
                  <a:lnTo>
                    <a:pt x="5289344" y="236855"/>
                  </a:lnTo>
                  <a:lnTo>
                    <a:pt x="5311928" y="276792"/>
                  </a:lnTo>
                  <a:lnTo>
                    <a:pt x="5330879" y="318882"/>
                  </a:lnTo>
                  <a:lnTo>
                    <a:pt x="5344804" y="359466"/>
                  </a:lnTo>
                  <a:close/>
                </a:path>
                <a:path w="5365750" h="1006475">
                  <a:moveTo>
                    <a:pt x="529591" y="1006226"/>
                  </a:moveTo>
                  <a:lnTo>
                    <a:pt x="473863" y="1006226"/>
                  </a:lnTo>
                  <a:lnTo>
                    <a:pt x="456439" y="1005433"/>
                  </a:lnTo>
                  <a:lnTo>
                    <a:pt x="410601" y="999130"/>
                  </a:lnTo>
                  <a:lnTo>
                    <a:pt x="410836" y="999130"/>
                  </a:lnTo>
                  <a:lnTo>
                    <a:pt x="367298" y="989066"/>
                  </a:lnTo>
                  <a:lnTo>
                    <a:pt x="324974" y="975185"/>
                  </a:lnTo>
                  <a:lnTo>
                    <a:pt x="284395" y="957753"/>
                  </a:lnTo>
                  <a:lnTo>
                    <a:pt x="245746" y="936955"/>
                  </a:lnTo>
                  <a:lnTo>
                    <a:pt x="209213" y="912978"/>
                  </a:lnTo>
                  <a:lnTo>
                    <a:pt x="174980" y="886005"/>
                  </a:lnTo>
                  <a:lnTo>
                    <a:pt x="143235" y="856223"/>
                  </a:lnTo>
                  <a:lnTo>
                    <a:pt x="114161" y="823816"/>
                  </a:lnTo>
                  <a:lnTo>
                    <a:pt x="87944" y="788971"/>
                  </a:lnTo>
                  <a:lnTo>
                    <a:pt x="64770" y="751873"/>
                  </a:lnTo>
                  <a:lnTo>
                    <a:pt x="44823" y="712706"/>
                  </a:lnTo>
                  <a:lnTo>
                    <a:pt x="28290" y="671657"/>
                  </a:lnTo>
                  <a:lnTo>
                    <a:pt x="15356" y="628911"/>
                  </a:lnTo>
                  <a:lnTo>
                    <a:pt x="6206" y="584653"/>
                  </a:lnTo>
                  <a:lnTo>
                    <a:pt x="1025" y="539069"/>
                  </a:lnTo>
                  <a:lnTo>
                    <a:pt x="20" y="493296"/>
                  </a:lnTo>
                  <a:lnTo>
                    <a:pt x="0" y="492343"/>
                  </a:lnTo>
                  <a:lnTo>
                    <a:pt x="3416" y="444609"/>
                  </a:lnTo>
                  <a:lnTo>
                    <a:pt x="11227" y="398195"/>
                  </a:lnTo>
                  <a:lnTo>
                    <a:pt x="23219" y="353310"/>
                  </a:lnTo>
                  <a:lnTo>
                    <a:pt x="39107" y="310340"/>
                  </a:lnTo>
                  <a:lnTo>
                    <a:pt x="58876" y="268954"/>
                  </a:lnTo>
                  <a:lnTo>
                    <a:pt x="82110" y="229898"/>
                  </a:lnTo>
                  <a:lnTo>
                    <a:pt x="108659" y="193200"/>
                  </a:lnTo>
                  <a:lnTo>
                    <a:pt x="138309" y="159067"/>
                  </a:lnTo>
                  <a:lnTo>
                    <a:pt x="170842" y="127707"/>
                  </a:lnTo>
                  <a:lnTo>
                    <a:pt x="206043" y="99327"/>
                  </a:lnTo>
                  <a:lnTo>
                    <a:pt x="243697" y="74134"/>
                  </a:lnTo>
                  <a:lnTo>
                    <a:pt x="283586" y="52337"/>
                  </a:lnTo>
                  <a:lnTo>
                    <a:pt x="325495" y="34141"/>
                  </a:lnTo>
                  <a:lnTo>
                    <a:pt x="369209" y="19756"/>
                  </a:lnTo>
                  <a:lnTo>
                    <a:pt x="414510" y="9387"/>
                  </a:lnTo>
                  <a:lnTo>
                    <a:pt x="461184" y="3243"/>
                  </a:lnTo>
                  <a:lnTo>
                    <a:pt x="509014" y="1532"/>
                  </a:lnTo>
                  <a:lnTo>
                    <a:pt x="558153" y="4493"/>
                  </a:lnTo>
                  <a:lnTo>
                    <a:pt x="605912" y="12053"/>
                  </a:lnTo>
                  <a:lnTo>
                    <a:pt x="652066" y="23989"/>
                  </a:lnTo>
                  <a:lnTo>
                    <a:pt x="696395" y="40077"/>
                  </a:lnTo>
                  <a:lnTo>
                    <a:pt x="738676" y="60094"/>
                  </a:lnTo>
                  <a:lnTo>
                    <a:pt x="778686" y="83819"/>
                  </a:lnTo>
                  <a:lnTo>
                    <a:pt x="816203" y="111027"/>
                  </a:lnTo>
                  <a:lnTo>
                    <a:pt x="851003" y="141497"/>
                  </a:lnTo>
                  <a:lnTo>
                    <a:pt x="882866" y="175005"/>
                  </a:lnTo>
                  <a:lnTo>
                    <a:pt x="911568" y="211328"/>
                  </a:lnTo>
                  <a:lnTo>
                    <a:pt x="942171" y="248481"/>
                  </a:lnTo>
                  <a:lnTo>
                    <a:pt x="976992" y="280901"/>
                  </a:lnTo>
                  <a:lnTo>
                    <a:pt x="1015501" y="308230"/>
                  </a:lnTo>
                  <a:lnTo>
                    <a:pt x="1057165" y="330109"/>
                  </a:lnTo>
                  <a:lnTo>
                    <a:pt x="1101452" y="346180"/>
                  </a:lnTo>
                  <a:lnTo>
                    <a:pt x="1147831" y="356085"/>
                  </a:lnTo>
                  <a:lnTo>
                    <a:pt x="1195770" y="359466"/>
                  </a:lnTo>
                  <a:lnTo>
                    <a:pt x="5344804" y="359466"/>
                  </a:lnTo>
                  <a:lnTo>
                    <a:pt x="5345987" y="362913"/>
                  </a:lnTo>
                  <a:lnTo>
                    <a:pt x="5357040" y="408674"/>
                  </a:lnTo>
                  <a:lnTo>
                    <a:pt x="5363827" y="455953"/>
                  </a:lnTo>
                  <a:lnTo>
                    <a:pt x="5365557" y="492343"/>
                  </a:lnTo>
                  <a:lnTo>
                    <a:pt x="5365602" y="515782"/>
                  </a:lnTo>
                  <a:lnTo>
                    <a:pt x="5363827" y="553126"/>
                  </a:lnTo>
                  <a:lnTo>
                    <a:pt x="5357040" y="600405"/>
                  </a:lnTo>
                  <a:lnTo>
                    <a:pt x="5345987" y="646165"/>
                  </a:lnTo>
                  <a:lnTo>
                    <a:pt x="5344825" y="649552"/>
                  </a:lnTo>
                  <a:lnTo>
                    <a:pt x="1195893" y="649552"/>
                  </a:lnTo>
                  <a:lnTo>
                    <a:pt x="1148551" y="652748"/>
                  </a:lnTo>
                  <a:lnTo>
                    <a:pt x="1102552" y="662165"/>
                  </a:lnTo>
                  <a:lnTo>
                    <a:pt x="1058519" y="677549"/>
                  </a:lnTo>
                  <a:lnTo>
                    <a:pt x="1017076" y="698644"/>
                  </a:lnTo>
                  <a:lnTo>
                    <a:pt x="978845" y="725195"/>
                  </a:lnTo>
                  <a:lnTo>
                    <a:pt x="944448" y="756948"/>
                  </a:lnTo>
                  <a:lnTo>
                    <a:pt x="914510" y="793645"/>
                  </a:lnTo>
                  <a:lnTo>
                    <a:pt x="885463" y="831075"/>
                  </a:lnTo>
                  <a:lnTo>
                    <a:pt x="853090" y="865575"/>
                  </a:lnTo>
                  <a:lnTo>
                    <a:pt x="817629" y="896907"/>
                  </a:lnTo>
                  <a:lnTo>
                    <a:pt x="779318" y="924833"/>
                  </a:lnTo>
                  <a:lnTo>
                    <a:pt x="738393" y="949116"/>
                  </a:lnTo>
                  <a:lnTo>
                    <a:pt x="695092" y="969517"/>
                  </a:lnTo>
                  <a:lnTo>
                    <a:pt x="649654" y="985799"/>
                  </a:lnTo>
                  <a:lnTo>
                    <a:pt x="602315" y="997723"/>
                  </a:lnTo>
                  <a:lnTo>
                    <a:pt x="553313" y="1005052"/>
                  </a:lnTo>
                  <a:lnTo>
                    <a:pt x="529591" y="1006226"/>
                  </a:lnTo>
                  <a:close/>
                </a:path>
                <a:path w="5365750" h="1006475">
                  <a:moveTo>
                    <a:pt x="4913609" y="1006226"/>
                  </a:moveTo>
                  <a:lnTo>
                    <a:pt x="1838101" y="1006226"/>
                  </a:lnTo>
                  <a:lnTo>
                    <a:pt x="1790757" y="999130"/>
                  </a:lnTo>
                  <a:lnTo>
                    <a:pt x="1743215" y="987130"/>
                  </a:lnTo>
                  <a:lnTo>
                    <a:pt x="1697584" y="970746"/>
                  </a:lnTo>
                  <a:lnTo>
                    <a:pt x="1654106" y="950218"/>
                  </a:lnTo>
                  <a:lnTo>
                    <a:pt x="1613020" y="925787"/>
                  </a:lnTo>
                  <a:lnTo>
                    <a:pt x="1574566" y="897692"/>
                  </a:lnTo>
                  <a:lnTo>
                    <a:pt x="1538984" y="866174"/>
                  </a:lnTo>
                  <a:lnTo>
                    <a:pt x="1506515" y="831473"/>
                  </a:lnTo>
                  <a:lnTo>
                    <a:pt x="1477399" y="793829"/>
                  </a:lnTo>
                  <a:lnTo>
                    <a:pt x="1447367" y="756948"/>
                  </a:lnTo>
                  <a:lnTo>
                    <a:pt x="1412997" y="725195"/>
                  </a:lnTo>
                  <a:lnTo>
                    <a:pt x="1374769" y="698644"/>
                  </a:lnTo>
                  <a:lnTo>
                    <a:pt x="1333312" y="677549"/>
                  </a:lnTo>
                  <a:lnTo>
                    <a:pt x="1289259" y="662165"/>
                  </a:lnTo>
                  <a:lnTo>
                    <a:pt x="1243241" y="652748"/>
                  </a:lnTo>
                  <a:lnTo>
                    <a:pt x="1195893" y="649552"/>
                  </a:lnTo>
                  <a:lnTo>
                    <a:pt x="5344825" y="649552"/>
                  </a:lnTo>
                  <a:lnTo>
                    <a:pt x="5330879" y="690197"/>
                  </a:lnTo>
                  <a:lnTo>
                    <a:pt x="5311928" y="732287"/>
                  </a:lnTo>
                  <a:lnTo>
                    <a:pt x="5289344" y="772224"/>
                  </a:lnTo>
                  <a:lnTo>
                    <a:pt x="5263339" y="809798"/>
                  </a:lnTo>
                  <a:lnTo>
                    <a:pt x="5234126" y="844796"/>
                  </a:lnTo>
                  <a:lnTo>
                    <a:pt x="5201914" y="877008"/>
                  </a:lnTo>
                  <a:lnTo>
                    <a:pt x="5166916" y="906222"/>
                  </a:lnTo>
                  <a:lnTo>
                    <a:pt x="5129342" y="932226"/>
                  </a:lnTo>
                  <a:lnTo>
                    <a:pt x="5089404" y="954810"/>
                  </a:lnTo>
                  <a:lnTo>
                    <a:pt x="5047314" y="973761"/>
                  </a:lnTo>
                  <a:lnTo>
                    <a:pt x="5003283" y="988869"/>
                  </a:lnTo>
                  <a:lnTo>
                    <a:pt x="4957523" y="999922"/>
                  </a:lnTo>
                  <a:lnTo>
                    <a:pt x="4913609" y="1006226"/>
                  </a:lnTo>
                  <a:close/>
                </a:path>
              </a:pathLst>
            </a:custGeom>
            <a:solidFill>
              <a:srgbClr val="139753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28" name="object 6"/>
            <p:cNvSpPr/>
            <p:nvPr/>
          </p:nvSpPr>
          <p:spPr>
            <a:xfrm>
              <a:off x="7803473" y="1148451"/>
              <a:ext cx="776605" cy="776605"/>
            </a:xfrm>
            <a:custGeom>
              <a:avLst/>
              <a:gdLst/>
              <a:ahLst/>
              <a:cxnLst/>
              <a:rect l="l" t="t" r="r" b="b"/>
              <a:pathLst>
                <a:path w="776604" h="776605">
                  <a:moveTo>
                    <a:pt x="388150" y="776301"/>
                  </a:moveTo>
                  <a:lnTo>
                    <a:pt x="340633" y="773381"/>
                  </a:lnTo>
                  <a:lnTo>
                    <a:pt x="293837" y="764668"/>
                  </a:lnTo>
                  <a:lnTo>
                    <a:pt x="248459" y="750292"/>
                  </a:lnTo>
                  <a:lnTo>
                    <a:pt x="205177" y="730468"/>
                  </a:lnTo>
                  <a:lnTo>
                    <a:pt x="164647" y="705494"/>
                  </a:lnTo>
                  <a:lnTo>
                    <a:pt x="127484" y="675750"/>
                  </a:lnTo>
                  <a:lnTo>
                    <a:pt x="94241" y="641682"/>
                  </a:lnTo>
                  <a:lnTo>
                    <a:pt x="65415" y="603795"/>
                  </a:lnTo>
                  <a:lnTo>
                    <a:pt x="41443" y="562664"/>
                  </a:lnTo>
                  <a:lnTo>
                    <a:pt x="22689" y="518914"/>
                  </a:lnTo>
                  <a:lnTo>
                    <a:pt x="9431" y="473197"/>
                  </a:lnTo>
                  <a:lnTo>
                    <a:pt x="1869" y="426195"/>
                  </a:lnTo>
                  <a:lnTo>
                    <a:pt x="0" y="388150"/>
                  </a:lnTo>
                  <a:lnTo>
                    <a:pt x="116" y="378621"/>
                  </a:lnTo>
                  <a:lnTo>
                    <a:pt x="4200" y="331196"/>
                  </a:lnTo>
                  <a:lnTo>
                    <a:pt x="14059" y="284628"/>
                  </a:lnTo>
                  <a:lnTo>
                    <a:pt x="29546" y="239611"/>
                  </a:lnTo>
                  <a:lnTo>
                    <a:pt x="50427" y="196829"/>
                  </a:lnTo>
                  <a:lnTo>
                    <a:pt x="76384" y="156929"/>
                  </a:lnTo>
                  <a:lnTo>
                    <a:pt x="107031" y="120506"/>
                  </a:lnTo>
                  <a:lnTo>
                    <a:pt x="141910" y="88106"/>
                  </a:lnTo>
                  <a:lnTo>
                    <a:pt x="180493" y="60218"/>
                  </a:lnTo>
                  <a:lnTo>
                    <a:pt x="222194" y="37266"/>
                  </a:lnTo>
                  <a:lnTo>
                    <a:pt x="266391" y="19591"/>
                  </a:lnTo>
                  <a:lnTo>
                    <a:pt x="312426" y="7458"/>
                  </a:lnTo>
                  <a:lnTo>
                    <a:pt x="359599" y="1051"/>
                  </a:lnTo>
                  <a:lnTo>
                    <a:pt x="388150" y="0"/>
                  </a:lnTo>
                  <a:lnTo>
                    <a:pt x="397679" y="116"/>
                  </a:lnTo>
                  <a:lnTo>
                    <a:pt x="445104" y="4201"/>
                  </a:lnTo>
                  <a:lnTo>
                    <a:pt x="491672" y="14059"/>
                  </a:lnTo>
                  <a:lnTo>
                    <a:pt x="536689" y="29546"/>
                  </a:lnTo>
                  <a:lnTo>
                    <a:pt x="579471" y="50427"/>
                  </a:lnTo>
                  <a:lnTo>
                    <a:pt x="619371" y="76384"/>
                  </a:lnTo>
                  <a:lnTo>
                    <a:pt x="655794" y="107031"/>
                  </a:lnTo>
                  <a:lnTo>
                    <a:pt x="688195" y="141910"/>
                  </a:lnTo>
                  <a:lnTo>
                    <a:pt x="716082" y="180493"/>
                  </a:lnTo>
                  <a:lnTo>
                    <a:pt x="739034" y="222194"/>
                  </a:lnTo>
                  <a:lnTo>
                    <a:pt x="756709" y="266391"/>
                  </a:lnTo>
                  <a:lnTo>
                    <a:pt x="768842" y="312425"/>
                  </a:lnTo>
                  <a:lnTo>
                    <a:pt x="775249" y="359599"/>
                  </a:lnTo>
                  <a:lnTo>
                    <a:pt x="776301" y="388150"/>
                  </a:lnTo>
                  <a:lnTo>
                    <a:pt x="776184" y="397679"/>
                  </a:lnTo>
                  <a:lnTo>
                    <a:pt x="772100" y="445103"/>
                  </a:lnTo>
                  <a:lnTo>
                    <a:pt x="762241" y="491672"/>
                  </a:lnTo>
                  <a:lnTo>
                    <a:pt x="746754" y="536688"/>
                  </a:lnTo>
                  <a:lnTo>
                    <a:pt x="725874" y="579471"/>
                  </a:lnTo>
                  <a:lnTo>
                    <a:pt x="699916" y="619371"/>
                  </a:lnTo>
                  <a:lnTo>
                    <a:pt x="669269" y="655793"/>
                  </a:lnTo>
                  <a:lnTo>
                    <a:pt x="634390" y="688194"/>
                  </a:lnTo>
                  <a:lnTo>
                    <a:pt x="595807" y="716081"/>
                  </a:lnTo>
                  <a:lnTo>
                    <a:pt x="554106" y="739034"/>
                  </a:lnTo>
                  <a:lnTo>
                    <a:pt x="509909" y="756709"/>
                  </a:lnTo>
                  <a:lnTo>
                    <a:pt x="463874" y="768842"/>
                  </a:lnTo>
                  <a:lnTo>
                    <a:pt x="416701" y="775249"/>
                  </a:lnTo>
                  <a:lnTo>
                    <a:pt x="388150" y="776301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7"/>
            <p:cNvSpPr/>
            <p:nvPr/>
          </p:nvSpPr>
          <p:spPr>
            <a:xfrm>
              <a:off x="11925593" y="1032123"/>
              <a:ext cx="2800350" cy="1006475"/>
            </a:xfrm>
            <a:custGeom>
              <a:avLst/>
              <a:gdLst/>
              <a:ahLst/>
              <a:cxnLst/>
              <a:rect l="l" t="t" r="r" b="b"/>
              <a:pathLst>
                <a:path w="2800350" h="1006475">
                  <a:moveTo>
                    <a:pt x="2347873" y="1006226"/>
                  </a:moveTo>
                  <a:lnTo>
                    <a:pt x="0" y="1006226"/>
                  </a:lnTo>
                  <a:lnTo>
                    <a:pt x="0" y="0"/>
                  </a:lnTo>
                  <a:lnTo>
                    <a:pt x="2294646" y="0"/>
                  </a:lnTo>
                  <a:lnTo>
                    <a:pt x="2344507" y="2369"/>
                  </a:lnTo>
                  <a:lnTo>
                    <a:pt x="2391787" y="9156"/>
                  </a:lnTo>
                  <a:lnTo>
                    <a:pt x="2437547" y="20209"/>
                  </a:lnTo>
                  <a:lnTo>
                    <a:pt x="2481578" y="35318"/>
                  </a:lnTo>
                  <a:lnTo>
                    <a:pt x="2523668" y="54269"/>
                  </a:lnTo>
                  <a:lnTo>
                    <a:pt x="2563606" y="76853"/>
                  </a:lnTo>
                  <a:lnTo>
                    <a:pt x="2601180" y="102857"/>
                  </a:lnTo>
                  <a:lnTo>
                    <a:pt x="2636178" y="132071"/>
                  </a:lnTo>
                  <a:lnTo>
                    <a:pt x="2668390" y="164283"/>
                  </a:lnTo>
                  <a:lnTo>
                    <a:pt x="2697604" y="199281"/>
                  </a:lnTo>
                  <a:lnTo>
                    <a:pt x="2723608" y="236855"/>
                  </a:lnTo>
                  <a:lnTo>
                    <a:pt x="2746192" y="276792"/>
                  </a:lnTo>
                  <a:lnTo>
                    <a:pt x="2765143" y="318882"/>
                  </a:lnTo>
                  <a:lnTo>
                    <a:pt x="2780251" y="362913"/>
                  </a:lnTo>
                  <a:lnTo>
                    <a:pt x="2791304" y="408674"/>
                  </a:lnTo>
                  <a:lnTo>
                    <a:pt x="2798091" y="455953"/>
                  </a:lnTo>
                  <a:lnTo>
                    <a:pt x="2799866" y="493300"/>
                  </a:lnTo>
                  <a:lnTo>
                    <a:pt x="2799866" y="515778"/>
                  </a:lnTo>
                  <a:lnTo>
                    <a:pt x="2791304" y="600405"/>
                  </a:lnTo>
                  <a:lnTo>
                    <a:pt x="2780251" y="646165"/>
                  </a:lnTo>
                  <a:lnTo>
                    <a:pt x="2765143" y="690197"/>
                  </a:lnTo>
                  <a:lnTo>
                    <a:pt x="2746192" y="732287"/>
                  </a:lnTo>
                  <a:lnTo>
                    <a:pt x="2723608" y="772224"/>
                  </a:lnTo>
                  <a:lnTo>
                    <a:pt x="2697604" y="809798"/>
                  </a:lnTo>
                  <a:lnTo>
                    <a:pt x="2668390" y="844796"/>
                  </a:lnTo>
                  <a:lnTo>
                    <a:pt x="2636178" y="877008"/>
                  </a:lnTo>
                  <a:lnTo>
                    <a:pt x="2601180" y="906222"/>
                  </a:lnTo>
                  <a:lnTo>
                    <a:pt x="2563606" y="932226"/>
                  </a:lnTo>
                  <a:lnTo>
                    <a:pt x="2523668" y="954810"/>
                  </a:lnTo>
                  <a:lnTo>
                    <a:pt x="2481578" y="973761"/>
                  </a:lnTo>
                  <a:lnTo>
                    <a:pt x="2437547" y="988869"/>
                  </a:lnTo>
                  <a:lnTo>
                    <a:pt x="2391787" y="999922"/>
                  </a:lnTo>
                  <a:lnTo>
                    <a:pt x="2347873" y="1006226"/>
                  </a:lnTo>
                  <a:close/>
                </a:path>
              </a:pathLst>
            </a:custGeom>
            <a:solidFill>
              <a:srgbClr val="13975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0" name="TextBox 29"/>
          <p:cNvSpPr txBox="1"/>
          <p:nvPr/>
        </p:nvSpPr>
        <p:spPr>
          <a:xfrm>
            <a:off x="6286998" y="2957861"/>
            <a:ext cx="124911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>
                <a:solidFill>
                  <a:schemeClr val="accent3">
                    <a:lumMod val="50000"/>
                  </a:schemeClr>
                </a:solidFill>
                <a:latin typeface="Arial Black" panose="020B0A04020102020204" pitchFamily="34" charset="0"/>
              </a:rPr>
              <a:t>07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627990" y="2771379"/>
            <a:ext cx="8110363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</a:rPr>
              <a:t>Using smart farming techniques (e.g., drones, drip irrigation, </a:t>
            </a:r>
            <a:r>
              <a:rPr lang="en-US" sz="2400" dirty="0" err="1">
                <a:solidFill>
                  <a:schemeClr val="bg1"/>
                </a:solidFill>
              </a:rPr>
              <a:t>IoT</a:t>
            </a:r>
            <a:r>
              <a:rPr lang="en-US" sz="2400" dirty="0">
                <a:solidFill>
                  <a:schemeClr val="bg1"/>
                </a:solidFill>
              </a:rPr>
              <a:t>, ML, and sensors) can save 30% to 60% of agricultural water.</a:t>
            </a:r>
          </a:p>
        </p:txBody>
      </p:sp>
      <p:grpSp>
        <p:nvGrpSpPr>
          <p:cNvPr id="32" name="object 4"/>
          <p:cNvGrpSpPr/>
          <p:nvPr/>
        </p:nvGrpSpPr>
        <p:grpSpPr>
          <a:xfrm>
            <a:off x="6037439" y="4502895"/>
            <a:ext cx="10994691" cy="1405818"/>
            <a:chOff x="7693089" y="1032123"/>
            <a:chExt cx="7032625" cy="1006475"/>
          </a:xfrm>
        </p:grpSpPr>
        <p:sp>
          <p:nvSpPr>
            <p:cNvPr id="33" name="object 5"/>
            <p:cNvSpPr/>
            <p:nvPr/>
          </p:nvSpPr>
          <p:spPr>
            <a:xfrm>
              <a:off x="7693089" y="1032123"/>
              <a:ext cx="5365750" cy="1006475"/>
            </a:xfrm>
            <a:custGeom>
              <a:avLst/>
              <a:gdLst/>
              <a:ahLst/>
              <a:cxnLst/>
              <a:rect l="l" t="t" r="r" b="b"/>
              <a:pathLst>
                <a:path w="5365750" h="1006475">
                  <a:moveTo>
                    <a:pt x="5344804" y="359466"/>
                  </a:moveTo>
                  <a:lnTo>
                    <a:pt x="1195770" y="359466"/>
                  </a:lnTo>
                  <a:lnTo>
                    <a:pt x="1243145" y="356270"/>
                  </a:lnTo>
                  <a:lnTo>
                    <a:pt x="1289184" y="346849"/>
                  </a:lnTo>
                  <a:lnTo>
                    <a:pt x="1333257" y="331455"/>
                  </a:lnTo>
                  <a:lnTo>
                    <a:pt x="1374733" y="310340"/>
                  </a:lnTo>
                  <a:lnTo>
                    <a:pt x="1412981" y="283756"/>
                  </a:lnTo>
                  <a:lnTo>
                    <a:pt x="1447373" y="251955"/>
                  </a:lnTo>
                  <a:lnTo>
                    <a:pt x="1477276" y="215189"/>
                  </a:lnTo>
                  <a:lnTo>
                    <a:pt x="1506392" y="177545"/>
                  </a:lnTo>
                  <a:lnTo>
                    <a:pt x="1538861" y="142844"/>
                  </a:lnTo>
                  <a:lnTo>
                    <a:pt x="1574443" y="111326"/>
                  </a:lnTo>
                  <a:lnTo>
                    <a:pt x="1612897" y="83231"/>
                  </a:lnTo>
                  <a:lnTo>
                    <a:pt x="1653983" y="58800"/>
                  </a:lnTo>
                  <a:lnTo>
                    <a:pt x="1697462" y="38272"/>
                  </a:lnTo>
                  <a:lnTo>
                    <a:pt x="1743092" y="21888"/>
                  </a:lnTo>
                  <a:lnTo>
                    <a:pt x="1790634" y="9888"/>
                  </a:lnTo>
                  <a:lnTo>
                    <a:pt x="1839848" y="2512"/>
                  </a:lnTo>
                  <a:lnTo>
                    <a:pt x="1890494" y="0"/>
                  </a:lnTo>
                  <a:lnTo>
                    <a:pt x="4860382" y="0"/>
                  </a:lnTo>
                  <a:lnTo>
                    <a:pt x="4910243" y="2369"/>
                  </a:lnTo>
                  <a:lnTo>
                    <a:pt x="4957523" y="9156"/>
                  </a:lnTo>
                  <a:lnTo>
                    <a:pt x="5003283" y="20209"/>
                  </a:lnTo>
                  <a:lnTo>
                    <a:pt x="5047314" y="35318"/>
                  </a:lnTo>
                  <a:lnTo>
                    <a:pt x="5089404" y="54269"/>
                  </a:lnTo>
                  <a:lnTo>
                    <a:pt x="5129342" y="76853"/>
                  </a:lnTo>
                  <a:lnTo>
                    <a:pt x="5166916" y="102857"/>
                  </a:lnTo>
                  <a:lnTo>
                    <a:pt x="5201914" y="132071"/>
                  </a:lnTo>
                  <a:lnTo>
                    <a:pt x="5234126" y="164283"/>
                  </a:lnTo>
                  <a:lnTo>
                    <a:pt x="5263339" y="199281"/>
                  </a:lnTo>
                  <a:lnTo>
                    <a:pt x="5289344" y="236855"/>
                  </a:lnTo>
                  <a:lnTo>
                    <a:pt x="5311928" y="276792"/>
                  </a:lnTo>
                  <a:lnTo>
                    <a:pt x="5330879" y="318882"/>
                  </a:lnTo>
                  <a:lnTo>
                    <a:pt x="5344804" y="359466"/>
                  </a:lnTo>
                  <a:close/>
                </a:path>
                <a:path w="5365750" h="1006475">
                  <a:moveTo>
                    <a:pt x="529591" y="1006226"/>
                  </a:moveTo>
                  <a:lnTo>
                    <a:pt x="473863" y="1006226"/>
                  </a:lnTo>
                  <a:lnTo>
                    <a:pt x="456439" y="1005433"/>
                  </a:lnTo>
                  <a:lnTo>
                    <a:pt x="410601" y="999130"/>
                  </a:lnTo>
                  <a:lnTo>
                    <a:pt x="410836" y="999130"/>
                  </a:lnTo>
                  <a:lnTo>
                    <a:pt x="367298" y="989066"/>
                  </a:lnTo>
                  <a:lnTo>
                    <a:pt x="324974" y="975185"/>
                  </a:lnTo>
                  <a:lnTo>
                    <a:pt x="284395" y="957753"/>
                  </a:lnTo>
                  <a:lnTo>
                    <a:pt x="245746" y="936955"/>
                  </a:lnTo>
                  <a:lnTo>
                    <a:pt x="209213" y="912978"/>
                  </a:lnTo>
                  <a:lnTo>
                    <a:pt x="174980" y="886005"/>
                  </a:lnTo>
                  <a:lnTo>
                    <a:pt x="143235" y="856223"/>
                  </a:lnTo>
                  <a:lnTo>
                    <a:pt x="114161" y="823816"/>
                  </a:lnTo>
                  <a:lnTo>
                    <a:pt x="87944" y="788971"/>
                  </a:lnTo>
                  <a:lnTo>
                    <a:pt x="64770" y="751873"/>
                  </a:lnTo>
                  <a:lnTo>
                    <a:pt x="44823" y="712706"/>
                  </a:lnTo>
                  <a:lnTo>
                    <a:pt x="28290" y="671657"/>
                  </a:lnTo>
                  <a:lnTo>
                    <a:pt x="15356" y="628911"/>
                  </a:lnTo>
                  <a:lnTo>
                    <a:pt x="6206" y="584653"/>
                  </a:lnTo>
                  <a:lnTo>
                    <a:pt x="1025" y="539069"/>
                  </a:lnTo>
                  <a:lnTo>
                    <a:pt x="20" y="493296"/>
                  </a:lnTo>
                  <a:lnTo>
                    <a:pt x="0" y="492343"/>
                  </a:lnTo>
                  <a:lnTo>
                    <a:pt x="3416" y="444609"/>
                  </a:lnTo>
                  <a:lnTo>
                    <a:pt x="11227" y="398195"/>
                  </a:lnTo>
                  <a:lnTo>
                    <a:pt x="23219" y="353310"/>
                  </a:lnTo>
                  <a:lnTo>
                    <a:pt x="39107" y="310340"/>
                  </a:lnTo>
                  <a:lnTo>
                    <a:pt x="58876" y="268954"/>
                  </a:lnTo>
                  <a:lnTo>
                    <a:pt x="82110" y="229898"/>
                  </a:lnTo>
                  <a:lnTo>
                    <a:pt x="108659" y="193200"/>
                  </a:lnTo>
                  <a:lnTo>
                    <a:pt x="138309" y="159067"/>
                  </a:lnTo>
                  <a:lnTo>
                    <a:pt x="170842" y="127707"/>
                  </a:lnTo>
                  <a:lnTo>
                    <a:pt x="206043" y="99327"/>
                  </a:lnTo>
                  <a:lnTo>
                    <a:pt x="243697" y="74134"/>
                  </a:lnTo>
                  <a:lnTo>
                    <a:pt x="283586" y="52337"/>
                  </a:lnTo>
                  <a:lnTo>
                    <a:pt x="325495" y="34141"/>
                  </a:lnTo>
                  <a:lnTo>
                    <a:pt x="369209" y="19756"/>
                  </a:lnTo>
                  <a:lnTo>
                    <a:pt x="414510" y="9387"/>
                  </a:lnTo>
                  <a:lnTo>
                    <a:pt x="461184" y="3243"/>
                  </a:lnTo>
                  <a:lnTo>
                    <a:pt x="509014" y="1532"/>
                  </a:lnTo>
                  <a:lnTo>
                    <a:pt x="558153" y="4493"/>
                  </a:lnTo>
                  <a:lnTo>
                    <a:pt x="605912" y="12053"/>
                  </a:lnTo>
                  <a:lnTo>
                    <a:pt x="652066" y="23989"/>
                  </a:lnTo>
                  <a:lnTo>
                    <a:pt x="696395" y="40077"/>
                  </a:lnTo>
                  <a:lnTo>
                    <a:pt x="738676" y="60094"/>
                  </a:lnTo>
                  <a:lnTo>
                    <a:pt x="778686" y="83819"/>
                  </a:lnTo>
                  <a:lnTo>
                    <a:pt x="816203" y="111027"/>
                  </a:lnTo>
                  <a:lnTo>
                    <a:pt x="851003" y="141497"/>
                  </a:lnTo>
                  <a:lnTo>
                    <a:pt x="882866" y="175005"/>
                  </a:lnTo>
                  <a:lnTo>
                    <a:pt x="911568" y="211328"/>
                  </a:lnTo>
                  <a:lnTo>
                    <a:pt x="942171" y="248481"/>
                  </a:lnTo>
                  <a:lnTo>
                    <a:pt x="976992" y="280901"/>
                  </a:lnTo>
                  <a:lnTo>
                    <a:pt x="1015501" y="308230"/>
                  </a:lnTo>
                  <a:lnTo>
                    <a:pt x="1057165" y="330109"/>
                  </a:lnTo>
                  <a:lnTo>
                    <a:pt x="1101452" y="346180"/>
                  </a:lnTo>
                  <a:lnTo>
                    <a:pt x="1147831" y="356085"/>
                  </a:lnTo>
                  <a:lnTo>
                    <a:pt x="1195770" y="359466"/>
                  </a:lnTo>
                  <a:lnTo>
                    <a:pt x="5344804" y="359466"/>
                  </a:lnTo>
                  <a:lnTo>
                    <a:pt x="5345987" y="362913"/>
                  </a:lnTo>
                  <a:lnTo>
                    <a:pt x="5357040" y="408674"/>
                  </a:lnTo>
                  <a:lnTo>
                    <a:pt x="5363827" y="455953"/>
                  </a:lnTo>
                  <a:lnTo>
                    <a:pt x="5365557" y="492343"/>
                  </a:lnTo>
                  <a:lnTo>
                    <a:pt x="5365602" y="515782"/>
                  </a:lnTo>
                  <a:lnTo>
                    <a:pt x="5363827" y="553126"/>
                  </a:lnTo>
                  <a:lnTo>
                    <a:pt x="5357040" y="600405"/>
                  </a:lnTo>
                  <a:lnTo>
                    <a:pt x="5345987" y="646165"/>
                  </a:lnTo>
                  <a:lnTo>
                    <a:pt x="5344825" y="649552"/>
                  </a:lnTo>
                  <a:lnTo>
                    <a:pt x="1195893" y="649552"/>
                  </a:lnTo>
                  <a:lnTo>
                    <a:pt x="1148551" y="652748"/>
                  </a:lnTo>
                  <a:lnTo>
                    <a:pt x="1102552" y="662165"/>
                  </a:lnTo>
                  <a:lnTo>
                    <a:pt x="1058519" y="677549"/>
                  </a:lnTo>
                  <a:lnTo>
                    <a:pt x="1017076" y="698644"/>
                  </a:lnTo>
                  <a:lnTo>
                    <a:pt x="978845" y="725195"/>
                  </a:lnTo>
                  <a:lnTo>
                    <a:pt x="944448" y="756948"/>
                  </a:lnTo>
                  <a:lnTo>
                    <a:pt x="914510" y="793645"/>
                  </a:lnTo>
                  <a:lnTo>
                    <a:pt x="885463" y="831075"/>
                  </a:lnTo>
                  <a:lnTo>
                    <a:pt x="853090" y="865575"/>
                  </a:lnTo>
                  <a:lnTo>
                    <a:pt x="817629" y="896907"/>
                  </a:lnTo>
                  <a:lnTo>
                    <a:pt x="779318" y="924833"/>
                  </a:lnTo>
                  <a:lnTo>
                    <a:pt x="738393" y="949116"/>
                  </a:lnTo>
                  <a:lnTo>
                    <a:pt x="695092" y="969517"/>
                  </a:lnTo>
                  <a:lnTo>
                    <a:pt x="649654" y="985799"/>
                  </a:lnTo>
                  <a:lnTo>
                    <a:pt x="602315" y="997723"/>
                  </a:lnTo>
                  <a:lnTo>
                    <a:pt x="553313" y="1005052"/>
                  </a:lnTo>
                  <a:lnTo>
                    <a:pt x="529591" y="1006226"/>
                  </a:lnTo>
                  <a:close/>
                </a:path>
                <a:path w="5365750" h="1006475">
                  <a:moveTo>
                    <a:pt x="4913609" y="1006226"/>
                  </a:moveTo>
                  <a:lnTo>
                    <a:pt x="1838101" y="1006226"/>
                  </a:lnTo>
                  <a:lnTo>
                    <a:pt x="1790757" y="999130"/>
                  </a:lnTo>
                  <a:lnTo>
                    <a:pt x="1743215" y="987130"/>
                  </a:lnTo>
                  <a:lnTo>
                    <a:pt x="1697584" y="970746"/>
                  </a:lnTo>
                  <a:lnTo>
                    <a:pt x="1654106" y="950218"/>
                  </a:lnTo>
                  <a:lnTo>
                    <a:pt x="1613020" y="925787"/>
                  </a:lnTo>
                  <a:lnTo>
                    <a:pt x="1574566" y="897692"/>
                  </a:lnTo>
                  <a:lnTo>
                    <a:pt x="1538984" y="866174"/>
                  </a:lnTo>
                  <a:lnTo>
                    <a:pt x="1506515" y="831473"/>
                  </a:lnTo>
                  <a:lnTo>
                    <a:pt x="1477399" y="793829"/>
                  </a:lnTo>
                  <a:lnTo>
                    <a:pt x="1447367" y="756948"/>
                  </a:lnTo>
                  <a:lnTo>
                    <a:pt x="1412997" y="725195"/>
                  </a:lnTo>
                  <a:lnTo>
                    <a:pt x="1374769" y="698644"/>
                  </a:lnTo>
                  <a:lnTo>
                    <a:pt x="1333312" y="677549"/>
                  </a:lnTo>
                  <a:lnTo>
                    <a:pt x="1289259" y="662165"/>
                  </a:lnTo>
                  <a:lnTo>
                    <a:pt x="1243241" y="652748"/>
                  </a:lnTo>
                  <a:lnTo>
                    <a:pt x="1195893" y="649552"/>
                  </a:lnTo>
                  <a:lnTo>
                    <a:pt x="5344825" y="649552"/>
                  </a:lnTo>
                  <a:lnTo>
                    <a:pt x="5330879" y="690197"/>
                  </a:lnTo>
                  <a:lnTo>
                    <a:pt x="5311928" y="732287"/>
                  </a:lnTo>
                  <a:lnTo>
                    <a:pt x="5289344" y="772224"/>
                  </a:lnTo>
                  <a:lnTo>
                    <a:pt x="5263339" y="809798"/>
                  </a:lnTo>
                  <a:lnTo>
                    <a:pt x="5234126" y="844796"/>
                  </a:lnTo>
                  <a:lnTo>
                    <a:pt x="5201914" y="877008"/>
                  </a:lnTo>
                  <a:lnTo>
                    <a:pt x="5166916" y="906222"/>
                  </a:lnTo>
                  <a:lnTo>
                    <a:pt x="5129342" y="932226"/>
                  </a:lnTo>
                  <a:lnTo>
                    <a:pt x="5089404" y="954810"/>
                  </a:lnTo>
                  <a:lnTo>
                    <a:pt x="5047314" y="973761"/>
                  </a:lnTo>
                  <a:lnTo>
                    <a:pt x="5003283" y="988869"/>
                  </a:lnTo>
                  <a:lnTo>
                    <a:pt x="4957523" y="999922"/>
                  </a:lnTo>
                  <a:lnTo>
                    <a:pt x="4913609" y="1006226"/>
                  </a:lnTo>
                  <a:close/>
                </a:path>
              </a:pathLst>
            </a:custGeom>
            <a:solidFill>
              <a:srgbClr val="13975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6"/>
            <p:cNvSpPr/>
            <p:nvPr/>
          </p:nvSpPr>
          <p:spPr>
            <a:xfrm>
              <a:off x="7803473" y="1148451"/>
              <a:ext cx="776605" cy="776605"/>
            </a:xfrm>
            <a:custGeom>
              <a:avLst/>
              <a:gdLst/>
              <a:ahLst/>
              <a:cxnLst/>
              <a:rect l="l" t="t" r="r" b="b"/>
              <a:pathLst>
                <a:path w="776604" h="776605">
                  <a:moveTo>
                    <a:pt x="388150" y="776301"/>
                  </a:moveTo>
                  <a:lnTo>
                    <a:pt x="340633" y="773381"/>
                  </a:lnTo>
                  <a:lnTo>
                    <a:pt x="293837" y="764668"/>
                  </a:lnTo>
                  <a:lnTo>
                    <a:pt x="248459" y="750292"/>
                  </a:lnTo>
                  <a:lnTo>
                    <a:pt x="205177" y="730468"/>
                  </a:lnTo>
                  <a:lnTo>
                    <a:pt x="164647" y="705494"/>
                  </a:lnTo>
                  <a:lnTo>
                    <a:pt x="127484" y="675750"/>
                  </a:lnTo>
                  <a:lnTo>
                    <a:pt x="94241" y="641682"/>
                  </a:lnTo>
                  <a:lnTo>
                    <a:pt x="65415" y="603795"/>
                  </a:lnTo>
                  <a:lnTo>
                    <a:pt x="41443" y="562664"/>
                  </a:lnTo>
                  <a:lnTo>
                    <a:pt x="22689" y="518914"/>
                  </a:lnTo>
                  <a:lnTo>
                    <a:pt x="9431" y="473197"/>
                  </a:lnTo>
                  <a:lnTo>
                    <a:pt x="1869" y="426195"/>
                  </a:lnTo>
                  <a:lnTo>
                    <a:pt x="0" y="388150"/>
                  </a:lnTo>
                  <a:lnTo>
                    <a:pt x="116" y="378621"/>
                  </a:lnTo>
                  <a:lnTo>
                    <a:pt x="4200" y="331196"/>
                  </a:lnTo>
                  <a:lnTo>
                    <a:pt x="14059" y="284628"/>
                  </a:lnTo>
                  <a:lnTo>
                    <a:pt x="29546" y="239611"/>
                  </a:lnTo>
                  <a:lnTo>
                    <a:pt x="50427" y="196829"/>
                  </a:lnTo>
                  <a:lnTo>
                    <a:pt x="76384" y="156929"/>
                  </a:lnTo>
                  <a:lnTo>
                    <a:pt x="107031" y="120506"/>
                  </a:lnTo>
                  <a:lnTo>
                    <a:pt x="141910" y="88106"/>
                  </a:lnTo>
                  <a:lnTo>
                    <a:pt x="180493" y="60218"/>
                  </a:lnTo>
                  <a:lnTo>
                    <a:pt x="222194" y="37266"/>
                  </a:lnTo>
                  <a:lnTo>
                    <a:pt x="266391" y="19591"/>
                  </a:lnTo>
                  <a:lnTo>
                    <a:pt x="312426" y="7458"/>
                  </a:lnTo>
                  <a:lnTo>
                    <a:pt x="359599" y="1051"/>
                  </a:lnTo>
                  <a:lnTo>
                    <a:pt x="388150" y="0"/>
                  </a:lnTo>
                  <a:lnTo>
                    <a:pt x="397679" y="116"/>
                  </a:lnTo>
                  <a:lnTo>
                    <a:pt x="445104" y="4201"/>
                  </a:lnTo>
                  <a:lnTo>
                    <a:pt x="491672" y="14059"/>
                  </a:lnTo>
                  <a:lnTo>
                    <a:pt x="536689" y="29546"/>
                  </a:lnTo>
                  <a:lnTo>
                    <a:pt x="579471" y="50427"/>
                  </a:lnTo>
                  <a:lnTo>
                    <a:pt x="619371" y="76384"/>
                  </a:lnTo>
                  <a:lnTo>
                    <a:pt x="655794" y="107031"/>
                  </a:lnTo>
                  <a:lnTo>
                    <a:pt x="688195" y="141910"/>
                  </a:lnTo>
                  <a:lnTo>
                    <a:pt x="716082" y="180493"/>
                  </a:lnTo>
                  <a:lnTo>
                    <a:pt x="739034" y="222194"/>
                  </a:lnTo>
                  <a:lnTo>
                    <a:pt x="756709" y="266391"/>
                  </a:lnTo>
                  <a:lnTo>
                    <a:pt x="768842" y="312425"/>
                  </a:lnTo>
                  <a:lnTo>
                    <a:pt x="775249" y="359599"/>
                  </a:lnTo>
                  <a:lnTo>
                    <a:pt x="776301" y="388150"/>
                  </a:lnTo>
                  <a:lnTo>
                    <a:pt x="776184" y="397679"/>
                  </a:lnTo>
                  <a:lnTo>
                    <a:pt x="772100" y="445103"/>
                  </a:lnTo>
                  <a:lnTo>
                    <a:pt x="762241" y="491672"/>
                  </a:lnTo>
                  <a:lnTo>
                    <a:pt x="746754" y="536688"/>
                  </a:lnTo>
                  <a:lnTo>
                    <a:pt x="725874" y="579471"/>
                  </a:lnTo>
                  <a:lnTo>
                    <a:pt x="699916" y="619371"/>
                  </a:lnTo>
                  <a:lnTo>
                    <a:pt x="669269" y="655793"/>
                  </a:lnTo>
                  <a:lnTo>
                    <a:pt x="634390" y="688194"/>
                  </a:lnTo>
                  <a:lnTo>
                    <a:pt x="595807" y="716081"/>
                  </a:lnTo>
                  <a:lnTo>
                    <a:pt x="554106" y="739034"/>
                  </a:lnTo>
                  <a:lnTo>
                    <a:pt x="509909" y="756709"/>
                  </a:lnTo>
                  <a:lnTo>
                    <a:pt x="463874" y="768842"/>
                  </a:lnTo>
                  <a:lnTo>
                    <a:pt x="416701" y="775249"/>
                  </a:lnTo>
                  <a:lnTo>
                    <a:pt x="388150" y="776301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7"/>
            <p:cNvSpPr/>
            <p:nvPr/>
          </p:nvSpPr>
          <p:spPr>
            <a:xfrm>
              <a:off x="11925593" y="1032123"/>
              <a:ext cx="2800350" cy="1006475"/>
            </a:xfrm>
            <a:custGeom>
              <a:avLst/>
              <a:gdLst/>
              <a:ahLst/>
              <a:cxnLst/>
              <a:rect l="l" t="t" r="r" b="b"/>
              <a:pathLst>
                <a:path w="2800350" h="1006475">
                  <a:moveTo>
                    <a:pt x="2347873" y="1006226"/>
                  </a:moveTo>
                  <a:lnTo>
                    <a:pt x="0" y="1006226"/>
                  </a:lnTo>
                  <a:lnTo>
                    <a:pt x="0" y="0"/>
                  </a:lnTo>
                  <a:lnTo>
                    <a:pt x="2294646" y="0"/>
                  </a:lnTo>
                  <a:lnTo>
                    <a:pt x="2344507" y="2369"/>
                  </a:lnTo>
                  <a:lnTo>
                    <a:pt x="2391787" y="9156"/>
                  </a:lnTo>
                  <a:lnTo>
                    <a:pt x="2437547" y="20209"/>
                  </a:lnTo>
                  <a:lnTo>
                    <a:pt x="2481578" y="35318"/>
                  </a:lnTo>
                  <a:lnTo>
                    <a:pt x="2523668" y="54269"/>
                  </a:lnTo>
                  <a:lnTo>
                    <a:pt x="2563606" y="76853"/>
                  </a:lnTo>
                  <a:lnTo>
                    <a:pt x="2601180" y="102857"/>
                  </a:lnTo>
                  <a:lnTo>
                    <a:pt x="2636178" y="132071"/>
                  </a:lnTo>
                  <a:lnTo>
                    <a:pt x="2668390" y="164283"/>
                  </a:lnTo>
                  <a:lnTo>
                    <a:pt x="2697604" y="199281"/>
                  </a:lnTo>
                  <a:lnTo>
                    <a:pt x="2723608" y="236855"/>
                  </a:lnTo>
                  <a:lnTo>
                    <a:pt x="2746192" y="276792"/>
                  </a:lnTo>
                  <a:lnTo>
                    <a:pt x="2765143" y="318882"/>
                  </a:lnTo>
                  <a:lnTo>
                    <a:pt x="2780251" y="362913"/>
                  </a:lnTo>
                  <a:lnTo>
                    <a:pt x="2791304" y="408674"/>
                  </a:lnTo>
                  <a:lnTo>
                    <a:pt x="2798091" y="455953"/>
                  </a:lnTo>
                  <a:lnTo>
                    <a:pt x="2799866" y="493300"/>
                  </a:lnTo>
                  <a:lnTo>
                    <a:pt x="2799866" y="515778"/>
                  </a:lnTo>
                  <a:lnTo>
                    <a:pt x="2791304" y="600405"/>
                  </a:lnTo>
                  <a:lnTo>
                    <a:pt x="2780251" y="646165"/>
                  </a:lnTo>
                  <a:lnTo>
                    <a:pt x="2765143" y="690197"/>
                  </a:lnTo>
                  <a:lnTo>
                    <a:pt x="2746192" y="732287"/>
                  </a:lnTo>
                  <a:lnTo>
                    <a:pt x="2723608" y="772224"/>
                  </a:lnTo>
                  <a:lnTo>
                    <a:pt x="2697604" y="809798"/>
                  </a:lnTo>
                  <a:lnTo>
                    <a:pt x="2668390" y="844796"/>
                  </a:lnTo>
                  <a:lnTo>
                    <a:pt x="2636178" y="877008"/>
                  </a:lnTo>
                  <a:lnTo>
                    <a:pt x="2601180" y="906222"/>
                  </a:lnTo>
                  <a:lnTo>
                    <a:pt x="2563606" y="932226"/>
                  </a:lnTo>
                  <a:lnTo>
                    <a:pt x="2523668" y="954810"/>
                  </a:lnTo>
                  <a:lnTo>
                    <a:pt x="2481578" y="973761"/>
                  </a:lnTo>
                  <a:lnTo>
                    <a:pt x="2437547" y="988869"/>
                  </a:lnTo>
                  <a:lnTo>
                    <a:pt x="2391787" y="999922"/>
                  </a:lnTo>
                  <a:lnTo>
                    <a:pt x="2347873" y="1006226"/>
                  </a:lnTo>
                  <a:close/>
                </a:path>
              </a:pathLst>
            </a:custGeom>
            <a:solidFill>
              <a:srgbClr val="13975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36" name="object 4"/>
          <p:cNvGrpSpPr/>
          <p:nvPr/>
        </p:nvGrpSpPr>
        <p:grpSpPr>
          <a:xfrm>
            <a:off x="6116173" y="6449467"/>
            <a:ext cx="10994691" cy="1405818"/>
            <a:chOff x="7693089" y="1032123"/>
            <a:chExt cx="7032625" cy="1006475"/>
          </a:xfrm>
        </p:grpSpPr>
        <p:sp>
          <p:nvSpPr>
            <p:cNvPr id="37" name="object 5"/>
            <p:cNvSpPr/>
            <p:nvPr/>
          </p:nvSpPr>
          <p:spPr>
            <a:xfrm>
              <a:off x="7693089" y="1032123"/>
              <a:ext cx="5365750" cy="1006475"/>
            </a:xfrm>
            <a:custGeom>
              <a:avLst/>
              <a:gdLst/>
              <a:ahLst/>
              <a:cxnLst/>
              <a:rect l="l" t="t" r="r" b="b"/>
              <a:pathLst>
                <a:path w="5365750" h="1006475">
                  <a:moveTo>
                    <a:pt x="5344804" y="359466"/>
                  </a:moveTo>
                  <a:lnTo>
                    <a:pt x="1195770" y="359466"/>
                  </a:lnTo>
                  <a:lnTo>
                    <a:pt x="1243145" y="356270"/>
                  </a:lnTo>
                  <a:lnTo>
                    <a:pt x="1289184" y="346849"/>
                  </a:lnTo>
                  <a:lnTo>
                    <a:pt x="1333257" y="331455"/>
                  </a:lnTo>
                  <a:lnTo>
                    <a:pt x="1374733" y="310340"/>
                  </a:lnTo>
                  <a:lnTo>
                    <a:pt x="1412981" y="283756"/>
                  </a:lnTo>
                  <a:lnTo>
                    <a:pt x="1447373" y="251955"/>
                  </a:lnTo>
                  <a:lnTo>
                    <a:pt x="1477276" y="215189"/>
                  </a:lnTo>
                  <a:lnTo>
                    <a:pt x="1506392" y="177545"/>
                  </a:lnTo>
                  <a:lnTo>
                    <a:pt x="1538861" y="142844"/>
                  </a:lnTo>
                  <a:lnTo>
                    <a:pt x="1574443" y="111326"/>
                  </a:lnTo>
                  <a:lnTo>
                    <a:pt x="1612897" y="83231"/>
                  </a:lnTo>
                  <a:lnTo>
                    <a:pt x="1653983" y="58800"/>
                  </a:lnTo>
                  <a:lnTo>
                    <a:pt x="1697462" y="38272"/>
                  </a:lnTo>
                  <a:lnTo>
                    <a:pt x="1743092" y="21888"/>
                  </a:lnTo>
                  <a:lnTo>
                    <a:pt x="1790634" y="9888"/>
                  </a:lnTo>
                  <a:lnTo>
                    <a:pt x="1839848" y="2512"/>
                  </a:lnTo>
                  <a:lnTo>
                    <a:pt x="1890494" y="0"/>
                  </a:lnTo>
                  <a:lnTo>
                    <a:pt x="4860382" y="0"/>
                  </a:lnTo>
                  <a:lnTo>
                    <a:pt x="4910243" y="2369"/>
                  </a:lnTo>
                  <a:lnTo>
                    <a:pt x="4957523" y="9156"/>
                  </a:lnTo>
                  <a:lnTo>
                    <a:pt x="5003283" y="20209"/>
                  </a:lnTo>
                  <a:lnTo>
                    <a:pt x="5047314" y="35318"/>
                  </a:lnTo>
                  <a:lnTo>
                    <a:pt x="5089404" y="54269"/>
                  </a:lnTo>
                  <a:lnTo>
                    <a:pt x="5129342" y="76853"/>
                  </a:lnTo>
                  <a:lnTo>
                    <a:pt x="5166916" y="102857"/>
                  </a:lnTo>
                  <a:lnTo>
                    <a:pt x="5201914" y="132071"/>
                  </a:lnTo>
                  <a:lnTo>
                    <a:pt x="5234126" y="164283"/>
                  </a:lnTo>
                  <a:lnTo>
                    <a:pt x="5263339" y="199281"/>
                  </a:lnTo>
                  <a:lnTo>
                    <a:pt x="5289344" y="236855"/>
                  </a:lnTo>
                  <a:lnTo>
                    <a:pt x="5311928" y="276792"/>
                  </a:lnTo>
                  <a:lnTo>
                    <a:pt x="5330879" y="318882"/>
                  </a:lnTo>
                  <a:lnTo>
                    <a:pt x="5344804" y="359466"/>
                  </a:lnTo>
                  <a:close/>
                </a:path>
                <a:path w="5365750" h="1006475">
                  <a:moveTo>
                    <a:pt x="529591" y="1006226"/>
                  </a:moveTo>
                  <a:lnTo>
                    <a:pt x="473863" y="1006226"/>
                  </a:lnTo>
                  <a:lnTo>
                    <a:pt x="456439" y="1005433"/>
                  </a:lnTo>
                  <a:lnTo>
                    <a:pt x="410601" y="999130"/>
                  </a:lnTo>
                  <a:lnTo>
                    <a:pt x="410836" y="999130"/>
                  </a:lnTo>
                  <a:lnTo>
                    <a:pt x="367298" y="989066"/>
                  </a:lnTo>
                  <a:lnTo>
                    <a:pt x="324974" y="975185"/>
                  </a:lnTo>
                  <a:lnTo>
                    <a:pt x="284395" y="957753"/>
                  </a:lnTo>
                  <a:lnTo>
                    <a:pt x="245746" y="936955"/>
                  </a:lnTo>
                  <a:lnTo>
                    <a:pt x="209213" y="912978"/>
                  </a:lnTo>
                  <a:lnTo>
                    <a:pt x="174980" y="886005"/>
                  </a:lnTo>
                  <a:lnTo>
                    <a:pt x="143235" y="856223"/>
                  </a:lnTo>
                  <a:lnTo>
                    <a:pt x="114161" y="823816"/>
                  </a:lnTo>
                  <a:lnTo>
                    <a:pt x="87944" y="788971"/>
                  </a:lnTo>
                  <a:lnTo>
                    <a:pt x="64770" y="751873"/>
                  </a:lnTo>
                  <a:lnTo>
                    <a:pt x="44823" y="712706"/>
                  </a:lnTo>
                  <a:lnTo>
                    <a:pt x="28290" y="671657"/>
                  </a:lnTo>
                  <a:lnTo>
                    <a:pt x="15356" y="628911"/>
                  </a:lnTo>
                  <a:lnTo>
                    <a:pt x="6206" y="584653"/>
                  </a:lnTo>
                  <a:lnTo>
                    <a:pt x="1025" y="539069"/>
                  </a:lnTo>
                  <a:lnTo>
                    <a:pt x="20" y="493296"/>
                  </a:lnTo>
                  <a:lnTo>
                    <a:pt x="0" y="492343"/>
                  </a:lnTo>
                  <a:lnTo>
                    <a:pt x="3416" y="444609"/>
                  </a:lnTo>
                  <a:lnTo>
                    <a:pt x="11227" y="398195"/>
                  </a:lnTo>
                  <a:lnTo>
                    <a:pt x="23219" y="353310"/>
                  </a:lnTo>
                  <a:lnTo>
                    <a:pt x="39107" y="310340"/>
                  </a:lnTo>
                  <a:lnTo>
                    <a:pt x="58876" y="268954"/>
                  </a:lnTo>
                  <a:lnTo>
                    <a:pt x="82110" y="229898"/>
                  </a:lnTo>
                  <a:lnTo>
                    <a:pt x="108659" y="193200"/>
                  </a:lnTo>
                  <a:lnTo>
                    <a:pt x="138309" y="159067"/>
                  </a:lnTo>
                  <a:lnTo>
                    <a:pt x="170842" y="127707"/>
                  </a:lnTo>
                  <a:lnTo>
                    <a:pt x="206043" y="99327"/>
                  </a:lnTo>
                  <a:lnTo>
                    <a:pt x="243697" y="74134"/>
                  </a:lnTo>
                  <a:lnTo>
                    <a:pt x="283586" y="52337"/>
                  </a:lnTo>
                  <a:lnTo>
                    <a:pt x="325495" y="34141"/>
                  </a:lnTo>
                  <a:lnTo>
                    <a:pt x="369209" y="19756"/>
                  </a:lnTo>
                  <a:lnTo>
                    <a:pt x="414510" y="9387"/>
                  </a:lnTo>
                  <a:lnTo>
                    <a:pt x="461184" y="3243"/>
                  </a:lnTo>
                  <a:lnTo>
                    <a:pt x="509014" y="1532"/>
                  </a:lnTo>
                  <a:lnTo>
                    <a:pt x="558153" y="4493"/>
                  </a:lnTo>
                  <a:lnTo>
                    <a:pt x="605912" y="12053"/>
                  </a:lnTo>
                  <a:lnTo>
                    <a:pt x="652066" y="23989"/>
                  </a:lnTo>
                  <a:lnTo>
                    <a:pt x="696395" y="40077"/>
                  </a:lnTo>
                  <a:lnTo>
                    <a:pt x="738676" y="60094"/>
                  </a:lnTo>
                  <a:lnTo>
                    <a:pt x="778686" y="83819"/>
                  </a:lnTo>
                  <a:lnTo>
                    <a:pt x="816203" y="111027"/>
                  </a:lnTo>
                  <a:lnTo>
                    <a:pt x="851003" y="141497"/>
                  </a:lnTo>
                  <a:lnTo>
                    <a:pt x="882866" y="175005"/>
                  </a:lnTo>
                  <a:lnTo>
                    <a:pt x="911568" y="211328"/>
                  </a:lnTo>
                  <a:lnTo>
                    <a:pt x="942171" y="248481"/>
                  </a:lnTo>
                  <a:lnTo>
                    <a:pt x="976992" y="280901"/>
                  </a:lnTo>
                  <a:lnTo>
                    <a:pt x="1015501" y="308230"/>
                  </a:lnTo>
                  <a:lnTo>
                    <a:pt x="1057165" y="330109"/>
                  </a:lnTo>
                  <a:lnTo>
                    <a:pt x="1101452" y="346180"/>
                  </a:lnTo>
                  <a:lnTo>
                    <a:pt x="1147831" y="356085"/>
                  </a:lnTo>
                  <a:lnTo>
                    <a:pt x="1195770" y="359466"/>
                  </a:lnTo>
                  <a:lnTo>
                    <a:pt x="5344804" y="359466"/>
                  </a:lnTo>
                  <a:lnTo>
                    <a:pt x="5345987" y="362913"/>
                  </a:lnTo>
                  <a:lnTo>
                    <a:pt x="5357040" y="408674"/>
                  </a:lnTo>
                  <a:lnTo>
                    <a:pt x="5363827" y="455953"/>
                  </a:lnTo>
                  <a:lnTo>
                    <a:pt x="5365557" y="492343"/>
                  </a:lnTo>
                  <a:lnTo>
                    <a:pt x="5365602" y="515782"/>
                  </a:lnTo>
                  <a:lnTo>
                    <a:pt x="5363827" y="553126"/>
                  </a:lnTo>
                  <a:lnTo>
                    <a:pt x="5357040" y="600405"/>
                  </a:lnTo>
                  <a:lnTo>
                    <a:pt x="5345987" y="646165"/>
                  </a:lnTo>
                  <a:lnTo>
                    <a:pt x="5344825" y="649552"/>
                  </a:lnTo>
                  <a:lnTo>
                    <a:pt x="1195893" y="649552"/>
                  </a:lnTo>
                  <a:lnTo>
                    <a:pt x="1148551" y="652748"/>
                  </a:lnTo>
                  <a:lnTo>
                    <a:pt x="1102552" y="662165"/>
                  </a:lnTo>
                  <a:lnTo>
                    <a:pt x="1058519" y="677549"/>
                  </a:lnTo>
                  <a:lnTo>
                    <a:pt x="1017076" y="698644"/>
                  </a:lnTo>
                  <a:lnTo>
                    <a:pt x="978845" y="725195"/>
                  </a:lnTo>
                  <a:lnTo>
                    <a:pt x="944448" y="756948"/>
                  </a:lnTo>
                  <a:lnTo>
                    <a:pt x="914510" y="793645"/>
                  </a:lnTo>
                  <a:lnTo>
                    <a:pt x="885463" y="831075"/>
                  </a:lnTo>
                  <a:lnTo>
                    <a:pt x="853090" y="865575"/>
                  </a:lnTo>
                  <a:lnTo>
                    <a:pt x="817629" y="896907"/>
                  </a:lnTo>
                  <a:lnTo>
                    <a:pt x="779318" y="924833"/>
                  </a:lnTo>
                  <a:lnTo>
                    <a:pt x="738393" y="949116"/>
                  </a:lnTo>
                  <a:lnTo>
                    <a:pt x="695092" y="969517"/>
                  </a:lnTo>
                  <a:lnTo>
                    <a:pt x="649654" y="985799"/>
                  </a:lnTo>
                  <a:lnTo>
                    <a:pt x="602315" y="997723"/>
                  </a:lnTo>
                  <a:lnTo>
                    <a:pt x="553313" y="1005052"/>
                  </a:lnTo>
                  <a:lnTo>
                    <a:pt x="529591" y="1006226"/>
                  </a:lnTo>
                  <a:close/>
                </a:path>
                <a:path w="5365750" h="1006475">
                  <a:moveTo>
                    <a:pt x="4913609" y="1006226"/>
                  </a:moveTo>
                  <a:lnTo>
                    <a:pt x="1838101" y="1006226"/>
                  </a:lnTo>
                  <a:lnTo>
                    <a:pt x="1790757" y="999130"/>
                  </a:lnTo>
                  <a:lnTo>
                    <a:pt x="1743215" y="987130"/>
                  </a:lnTo>
                  <a:lnTo>
                    <a:pt x="1697584" y="970746"/>
                  </a:lnTo>
                  <a:lnTo>
                    <a:pt x="1654106" y="950218"/>
                  </a:lnTo>
                  <a:lnTo>
                    <a:pt x="1613020" y="925787"/>
                  </a:lnTo>
                  <a:lnTo>
                    <a:pt x="1574566" y="897692"/>
                  </a:lnTo>
                  <a:lnTo>
                    <a:pt x="1538984" y="866174"/>
                  </a:lnTo>
                  <a:lnTo>
                    <a:pt x="1506515" y="831473"/>
                  </a:lnTo>
                  <a:lnTo>
                    <a:pt x="1477399" y="793829"/>
                  </a:lnTo>
                  <a:lnTo>
                    <a:pt x="1447367" y="756948"/>
                  </a:lnTo>
                  <a:lnTo>
                    <a:pt x="1412997" y="725195"/>
                  </a:lnTo>
                  <a:lnTo>
                    <a:pt x="1374769" y="698644"/>
                  </a:lnTo>
                  <a:lnTo>
                    <a:pt x="1333312" y="677549"/>
                  </a:lnTo>
                  <a:lnTo>
                    <a:pt x="1289259" y="662165"/>
                  </a:lnTo>
                  <a:lnTo>
                    <a:pt x="1243241" y="652748"/>
                  </a:lnTo>
                  <a:lnTo>
                    <a:pt x="1195893" y="649552"/>
                  </a:lnTo>
                  <a:lnTo>
                    <a:pt x="5344825" y="649552"/>
                  </a:lnTo>
                  <a:lnTo>
                    <a:pt x="5330879" y="690197"/>
                  </a:lnTo>
                  <a:lnTo>
                    <a:pt x="5311928" y="732287"/>
                  </a:lnTo>
                  <a:lnTo>
                    <a:pt x="5289344" y="772224"/>
                  </a:lnTo>
                  <a:lnTo>
                    <a:pt x="5263339" y="809798"/>
                  </a:lnTo>
                  <a:lnTo>
                    <a:pt x="5234126" y="844796"/>
                  </a:lnTo>
                  <a:lnTo>
                    <a:pt x="5201914" y="877008"/>
                  </a:lnTo>
                  <a:lnTo>
                    <a:pt x="5166916" y="906222"/>
                  </a:lnTo>
                  <a:lnTo>
                    <a:pt x="5129342" y="932226"/>
                  </a:lnTo>
                  <a:lnTo>
                    <a:pt x="5089404" y="954810"/>
                  </a:lnTo>
                  <a:lnTo>
                    <a:pt x="5047314" y="973761"/>
                  </a:lnTo>
                  <a:lnTo>
                    <a:pt x="5003283" y="988869"/>
                  </a:lnTo>
                  <a:lnTo>
                    <a:pt x="4957523" y="999922"/>
                  </a:lnTo>
                  <a:lnTo>
                    <a:pt x="4913609" y="1006226"/>
                  </a:lnTo>
                  <a:close/>
                </a:path>
              </a:pathLst>
            </a:custGeom>
            <a:solidFill>
              <a:srgbClr val="13975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6"/>
            <p:cNvSpPr/>
            <p:nvPr/>
          </p:nvSpPr>
          <p:spPr>
            <a:xfrm>
              <a:off x="7803473" y="1148451"/>
              <a:ext cx="776605" cy="776605"/>
            </a:xfrm>
            <a:custGeom>
              <a:avLst/>
              <a:gdLst/>
              <a:ahLst/>
              <a:cxnLst/>
              <a:rect l="l" t="t" r="r" b="b"/>
              <a:pathLst>
                <a:path w="776604" h="776605">
                  <a:moveTo>
                    <a:pt x="388150" y="776301"/>
                  </a:moveTo>
                  <a:lnTo>
                    <a:pt x="340633" y="773381"/>
                  </a:lnTo>
                  <a:lnTo>
                    <a:pt x="293837" y="764668"/>
                  </a:lnTo>
                  <a:lnTo>
                    <a:pt x="248459" y="750292"/>
                  </a:lnTo>
                  <a:lnTo>
                    <a:pt x="205177" y="730468"/>
                  </a:lnTo>
                  <a:lnTo>
                    <a:pt x="164647" y="705494"/>
                  </a:lnTo>
                  <a:lnTo>
                    <a:pt x="127484" y="675750"/>
                  </a:lnTo>
                  <a:lnTo>
                    <a:pt x="94241" y="641682"/>
                  </a:lnTo>
                  <a:lnTo>
                    <a:pt x="65415" y="603795"/>
                  </a:lnTo>
                  <a:lnTo>
                    <a:pt x="41443" y="562664"/>
                  </a:lnTo>
                  <a:lnTo>
                    <a:pt x="22689" y="518914"/>
                  </a:lnTo>
                  <a:lnTo>
                    <a:pt x="9431" y="473197"/>
                  </a:lnTo>
                  <a:lnTo>
                    <a:pt x="1869" y="426195"/>
                  </a:lnTo>
                  <a:lnTo>
                    <a:pt x="0" y="388150"/>
                  </a:lnTo>
                  <a:lnTo>
                    <a:pt x="116" y="378621"/>
                  </a:lnTo>
                  <a:lnTo>
                    <a:pt x="4200" y="331196"/>
                  </a:lnTo>
                  <a:lnTo>
                    <a:pt x="14059" y="284628"/>
                  </a:lnTo>
                  <a:lnTo>
                    <a:pt x="29546" y="239611"/>
                  </a:lnTo>
                  <a:lnTo>
                    <a:pt x="50427" y="196829"/>
                  </a:lnTo>
                  <a:lnTo>
                    <a:pt x="76384" y="156929"/>
                  </a:lnTo>
                  <a:lnTo>
                    <a:pt x="107031" y="120506"/>
                  </a:lnTo>
                  <a:lnTo>
                    <a:pt x="141910" y="88106"/>
                  </a:lnTo>
                  <a:lnTo>
                    <a:pt x="180493" y="60218"/>
                  </a:lnTo>
                  <a:lnTo>
                    <a:pt x="222194" y="37266"/>
                  </a:lnTo>
                  <a:lnTo>
                    <a:pt x="266391" y="19591"/>
                  </a:lnTo>
                  <a:lnTo>
                    <a:pt x="312426" y="7458"/>
                  </a:lnTo>
                  <a:lnTo>
                    <a:pt x="359599" y="1051"/>
                  </a:lnTo>
                  <a:lnTo>
                    <a:pt x="388150" y="0"/>
                  </a:lnTo>
                  <a:lnTo>
                    <a:pt x="397679" y="116"/>
                  </a:lnTo>
                  <a:lnTo>
                    <a:pt x="445104" y="4201"/>
                  </a:lnTo>
                  <a:lnTo>
                    <a:pt x="491672" y="14059"/>
                  </a:lnTo>
                  <a:lnTo>
                    <a:pt x="536689" y="29546"/>
                  </a:lnTo>
                  <a:lnTo>
                    <a:pt x="579471" y="50427"/>
                  </a:lnTo>
                  <a:lnTo>
                    <a:pt x="619371" y="76384"/>
                  </a:lnTo>
                  <a:lnTo>
                    <a:pt x="655794" y="107031"/>
                  </a:lnTo>
                  <a:lnTo>
                    <a:pt x="688195" y="141910"/>
                  </a:lnTo>
                  <a:lnTo>
                    <a:pt x="716082" y="180493"/>
                  </a:lnTo>
                  <a:lnTo>
                    <a:pt x="739034" y="222194"/>
                  </a:lnTo>
                  <a:lnTo>
                    <a:pt x="756709" y="266391"/>
                  </a:lnTo>
                  <a:lnTo>
                    <a:pt x="768842" y="312425"/>
                  </a:lnTo>
                  <a:lnTo>
                    <a:pt x="775249" y="359599"/>
                  </a:lnTo>
                  <a:lnTo>
                    <a:pt x="776301" y="388150"/>
                  </a:lnTo>
                  <a:lnTo>
                    <a:pt x="776184" y="397679"/>
                  </a:lnTo>
                  <a:lnTo>
                    <a:pt x="772100" y="445103"/>
                  </a:lnTo>
                  <a:lnTo>
                    <a:pt x="762241" y="491672"/>
                  </a:lnTo>
                  <a:lnTo>
                    <a:pt x="746754" y="536688"/>
                  </a:lnTo>
                  <a:lnTo>
                    <a:pt x="725874" y="579471"/>
                  </a:lnTo>
                  <a:lnTo>
                    <a:pt x="699916" y="619371"/>
                  </a:lnTo>
                  <a:lnTo>
                    <a:pt x="669269" y="655793"/>
                  </a:lnTo>
                  <a:lnTo>
                    <a:pt x="634390" y="688194"/>
                  </a:lnTo>
                  <a:lnTo>
                    <a:pt x="595807" y="716081"/>
                  </a:lnTo>
                  <a:lnTo>
                    <a:pt x="554106" y="739034"/>
                  </a:lnTo>
                  <a:lnTo>
                    <a:pt x="509909" y="756709"/>
                  </a:lnTo>
                  <a:lnTo>
                    <a:pt x="463874" y="768842"/>
                  </a:lnTo>
                  <a:lnTo>
                    <a:pt x="416701" y="775249"/>
                  </a:lnTo>
                  <a:lnTo>
                    <a:pt x="388150" y="776301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7"/>
            <p:cNvSpPr/>
            <p:nvPr/>
          </p:nvSpPr>
          <p:spPr>
            <a:xfrm>
              <a:off x="11925593" y="1032123"/>
              <a:ext cx="2800350" cy="1006475"/>
            </a:xfrm>
            <a:custGeom>
              <a:avLst/>
              <a:gdLst/>
              <a:ahLst/>
              <a:cxnLst/>
              <a:rect l="l" t="t" r="r" b="b"/>
              <a:pathLst>
                <a:path w="2800350" h="1006475">
                  <a:moveTo>
                    <a:pt x="2347873" y="1006226"/>
                  </a:moveTo>
                  <a:lnTo>
                    <a:pt x="0" y="1006226"/>
                  </a:lnTo>
                  <a:lnTo>
                    <a:pt x="0" y="0"/>
                  </a:lnTo>
                  <a:lnTo>
                    <a:pt x="2294646" y="0"/>
                  </a:lnTo>
                  <a:lnTo>
                    <a:pt x="2344507" y="2369"/>
                  </a:lnTo>
                  <a:lnTo>
                    <a:pt x="2391787" y="9156"/>
                  </a:lnTo>
                  <a:lnTo>
                    <a:pt x="2437547" y="20209"/>
                  </a:lnTo>
                  <a:lnTo>
                    <a:pt x="2481578" y="35318"/>
                  </a:lnTo>
                  <a:lnTo>
                    <a:pt x="2523668" y="54269"/>
                  </a:lnTo>
                  <a:lnTo>
                    <a:pt x="2563606" y="76853"/>
                  </a:lnTo>
                  <a:lnTo>
                    <a:pt x="2601180" y="102857"/>
                  </a:lnTo>
                  <a:lnTo>
                    <a:pt x="2636178" y="132071"/>
                  </a:lnTo>
                  <a:lnTo>
                    <a:pt x="2668390" y="164283"/>
                  </a:lnTo>
                  <a:lnTo>
                    <a:pt x="2697604" y="199281"/>
                  </a:lnTo>
                  <a:lnTo>
                    <a:pt x="2723608" y="236855"/>
                  </a:lnTo>
                  <a:lnTo>
                    <a:pt x="2746192" y="276792"/>
                  </a:lnTo>
                  <a:lnTo>
                    <a:pt x="2765143" y="318882"/>
                  </a:lnTo>
                  <a:lnTo>
                    <a:pt x="2780251" y="362913"/>
                  </a:lnTo>
                  <a:lnTo>
                    <a:pt x="2791304" y="408674"/>
                  </a:lnTo>
                  <a:lnTo>
                    <a:pt x="2798091" y="455953"/>
                  </a:lnTo>
                  <a:lnTo>
                    <a:pt x="2799866" y="493300"/>
                  </a:lnTo>
                  <a:lnTo>
                    <a:pt x="2799866" y="515778"/>
                  </a:lnTo>
                  <a:lnTo>
                    <a:pt x="2791304" y="600405"/>
                  </a:lnTo>
                  <a:lnTo>
                    <a:pt x="2780251" y="646165"/>
                  </a:lnTo>
                  <a:lnTo>
                    <a:pt x="2765143" y="690197"/>
                  </a:lnTo>
                  <a:lnTo>
                    <a:pt x="2746192" y="732287"/>
                  </a:lnTo>
                  <a:lnTo>
                    <a:pt x="2723608" y="772224"/>
                  </a:lnTo>
                  <a:lnTo>
                    <a:pt x="2697604" y="809798"/>
                  </a:lnTo>
                  <a:lnTo>
                    <a:pt x="2668390" y="844796"/>
                  </a:lnTo>
                  <a:lnTo>
                    <a:pt x="2636178" y="877008"/>
                  </a:lnTo>
                  <a:lnTo>
                    <a:pt x="2601180" y="906222"/>
                  </a:lnTo>
                  <a:lnTo>
                    <a:pt x="2563606" y="932226"/>
                  </a:lnTo>
                  <a:lnTo>
                    <a:pt x="2523668" y="954810"/>
                  </a:lnTo>
                  <a:lnTo>
                    <a:pt x="2481578" y="973761"/>
                  </a:lnTo>
                  <a:lnTo>
                    <a:pt x="2437547" y="988869"/>
                  </a:lnTo>
                  <a:lnTo>
                    <a:pt x="2391787" y="999922"/>
                  </a:lnTo>
                  <a:lnTo>
                    <a:pt x="2347873" y="1006226"/>
                  </a:lnTo>
                  <a:close/>
                </a:path>
              </a:pathLst>
            </a:custGeom>
            <a:solidFill>
              <a:srgbClr val="13975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40" name="object 4"/>
          <p:cNvGrpSpPr/>
          <p:nvPr/>
        </p:nvGrpSpPr>
        <p:grpSpPr>
          <a:xfrm>
            <a:off x="6131771" y="8396039"/>
            <a:ext cx="10994691" cy="1405818"/>
            <a:chOff x="7693089" y="1032123"/>
            <a:chExt cx="7032625" cy="1006475"/>
          </a:xfrm>
        </p:grpSpPr>
        <p:sp>
          <p:nvSpPr>
            <p:cNvPr id="41" name="object 5"/>
            <p:cNvSpPr/>
            <p:nvPr/>
          </p:nvSpPr>
          <p:spPr>
            <a:xfrm>
              <a:off x="7693089" y="1032123"/>
              <a:ext cx="5365750" cy="1006475"/>
            </a:xfrm>
            <a:custGeom>
              <a:avLst/>
              <a:gdLst/>
              <a:ahLst/>
              <a:cxnLst/>
              <a:rect l="l" t="t" r="r" b="b"/>
              <a:pathLst>
                <a:path w="5365750" h="1006475">
                  <a:moveTo>
                    <a:pt x="5344804" y="359466"/>
                  </a:moveTo>
                  <a:lnTo>
                    <a:pt x="1195770" y="359466"/>
                  </a:lnTo>
                  <a:lnTo>
                    <a:pt x="1243145" y="356270"/>
                  </a:lnTo>
                  <a:lnTo>
                    <a:pt x="1289184" y="346849"/>
                  </a:lnTo>
                  <a:lnTo>
                    <a:pt x="1333257" y="331455"/>
                  </a:lnTo>
                  <a:lnTo>
                    <a:pt x="1374733" y="310340"/>
                  </a:lnTo>
                  <a:lnTo>
                    <a:pt x="1412981" y="283756"/>
                  </a:lnTo>
                  <a:lnTo>
                    <a:pt x="1447373" y="251955"/>
                  </a:lnTo>
                  <a:lnTo>
                    <a:pt x="1477276" y="215189"/>
                  </a:lnTo>
                  <a:lnTo>
                    <a:pt x="1506392" y="177545"/>
                  </a:lnTo>
                  <a:lnTo>
                    <a:pt x="1538861" y="142844"/>
                  </a:lnTo>
                  <a:lnTo>
                    <a:pt x="1574443" y="111326"/>
                  </a:lnTo>
                  <a:lnTo>
                    <a:pt x="1612897" y="83231"/>
                  </a:lnTo>
                  <a:lnTo>
                    <a:pt x="1653983" y="58800"/>
                  </a:lnTo>
                  <a:lnTo>
                    <a:pt x="1697462" y="38272"/>
                  </a:lnTo>
                  <a:lnTo>
                    <a:pt x="1743092" y="21888"/>
                  </a:lnTo>
                  <a:lnTo>
                    <a:pt x="1790634" y="9888"/>
                  </a:lnTo>
                  <a:lnTo>
                    <a:pt x="1839848" y="2512"/>
                  </a:lnTo>
                  <a:lnTo>
                    <a:pt x="1890494" y="0"/>
                  </a:lnTo>
                  <a:lnTo>
                    <a:pt x="4860382" y="0"/>
                  </a:lnTo>
                  <a:lnTo>
                    <a:pt x="4910243" y="2369"/>
                  </a:lnTo>
                  <a:lnTo>
                    <a:pt x="4957523" y="9156"/>
                  </a:lnTo>
                  <a:lnTo>
                    <a:pt x="5003283" y="20209"/>
                  </a:lnTo>
                  <a:lnTo>
                    <a:pt x="5047314" y="35318"/>
                  </a:lnTo>
                  <a:lnTo>
                    <a:pt x="5089404" y="54269"/>
                  </a:lnTo>
                  <a:lnTo>
                    <a:pt x="5129342" y="76853"/>
                  </a:lnTo>
                  <a:lnTo>
                    <a:pt x="5166916" y="102857"/>
                  </a:lnTo>
                  <a:lnTo>
                    <a:pt x="5201914" y="132071"/>
                  </a:lnTo>
                  <a:lnTo>
                    <a:pt x="5234126" y="164283"/>
                  </a:lnTo>
                  <a:lnTo>
                    <a:pt x="5263339" y="199281"/>
                  </a:lnTo>
                  <a:lnTo>
                    <a:pt x="5289344" y="236855"/>
                  </a:lnTo>
                  <a:lnTo>
                    <a:pt x="5311928" y="276792"/>
                  </a:lnTo>
                  <a:lnTo>
                    <a:pt x="5330879" y="318882"/>
                  </a:lnTo>
                  <a:lnTo>
                    <a:pt x="5344804" y="359466"/>
                  </a:lnTo>
                  <a:close/>
                </a:path>
                <a:path w="5365750" h="1006475">
                  <a:moveTo>
                    <a:pt x="529591" y="1006226"/>
                  </a:moveTo>
                  <a:lnTo>
                    <a:pt x="473863" y="1006226"/>
                  </a:lnTo>
                  <a:lnTo>
                    <a:pt x="456439" y="1005433"/>
                  </a:lnTo>
                  <a:lnTo>
                    <a:pt x="410601" y="999130"/>
                  </a:lnTo>
                  <a:lnTo>
                    <a:pt x="410836" y="999130"/>
                  </a:lnTo>
                  <a:lnTo>
                    <a:pt x="367298" y="989066"/>
                  </a:lnTo>
                  <a:lnTo>
                    <a:pt x="324974" y="975185"/>
                  </a:lnTo>
                  <a:lnTo>
                    <a:pt x="284395" y="957753"/>
                  </a:lnTo>
                  <a:lnTo>
                    <a:pt x="245746" y="936955"/>
                  </a:lnTo>
                  <a:lnTo>
                    <a:pt x="209213" y="912978"/>
                  </a:lnTo>
                  <a:lnTo>
                    <a:pt x="174980" y="886005"/>
                  </a:lnTo>
                  <a:lnTo>
                    <a:pt x="143235" y="856223"/>
                  </a:lnTo>
                  <a:lnTo>
                    <a:pt x="114161" y="823816"/>
                  </a:lnTo>
                  <a:lnTo>
                    <a:pt x="87944" y="788971"/>
                  </a:lnTo>
                  <a:lnTo>
                    <a:pt x="64770" y="751873"/>
                  </a:lnTo>
                  <a:lnTo>
                    <a:pt x="44823" y="712706"/>
                  </a:lnTo>
                  <a:lnTo>
                    <a:pt x="28290" y="671657"/>
                  </a:lnTo>
                  <a:lnTo>
                    <a:pt x="15356" y="628911"/>
                  </a:lnTo>
                  <a:lnTo>
                    <a:pt x="6206" y="584653"/>
                  </a:lnTo>
                  <a:lnTo>
                    <a:pt x="1025" y="539069"/>
                  </a:lnTo>
                  <a:lnTo>
                    <a:pt x="20" y="493296"/>
                  </a:lnTo>
                  <a:lnTo>
                    <a:pt x="0" y="492343"/>
                  </a:lnTo>
                  <a:lnTo>
                    <a:pt x="3416" y="444609"/>
                  </a:lnTo>
                  <a:lnTo>
                    <a:pt x="11227" y="398195"/>
                  </a:lnTo>
                  <a:lnTo>
                    <a:pt x="23219" y="353310"/>
                  </a:lnTo>
                  <a:lnTo>
                    <a:pt x="39107" y="310340"/>
                  </a:lnTo>
                  <a:lnTo>
                    <a:pt x="58876" y="268954"/>
                  </a:lnTo>
                  <a:lnTo>
                    <a:pt x="82110" y="229898"/>
                  </a:lnTo>
                  <a:lnTo>
                    <a:pt x="108659" y="193200"/>
                  </a:lnTo>
                  <a:lnTo>
                    <a:pt x="138309" y="159067"/>
                  </a:lnTo>
                  <a:lnTo>
                    <a:pt x="170842" y="127707"/>
                  </a:lnTo>
                  <a:lnTo>
                    <a:pt x="206043" y="99327"/>
                  </a:lnTo>
                  <a:lnTo>
                    <a:pt x="243697" y="74134"/>
                  </a:lnTo>
                  <a:lnTo>
                    <a:pt x="283586" y="52337"/>
                  </a:lnTo>
                  <a:lnTo>
                    <a:pt x="325495" y="34141"/>
                  </a:lnTo>
                  <a:lnTo>
                    <a:pt x="369209" y="19756"/>
                  </a:lnTo>
                  <a:lnTo>
                    <a:pt x="414510" y="9387"/>
                  </a:lnTo>
                  <a:lnTo>
                    <a:pt x="461184" y="3243"/>
                  </a:lnTo>
                  <a:lnTo>
                    <a:pt x="509014" y="1532"/>
                  </a:lnTo>
                  <a:lnTo>
                    <a:pt x="558153" y="4493"/>
                  </a:lnTo>
                  <a:lnTo>
                    <a:pt x="605912" y="12053"/>
                  </a:lnTo>
                  <a:lnTo>
                    <a:pt x="652066" y="23989"/>
                  </a:lnTo>
                  <a:lnTo>
                    <a:pt x="696395" y="40077"/>
                  </a:lnTo>
                  <a:lnTo>
                    <a:pt x="738676" y="60094"/>
                  </a:lnTo>
                  <a:lnTo>
                    <a:pt x="778686" y="83819"/>
                  </a:lnTo>
                  <a:lnTo>
                    <a:pt x="816203" y="111027"/>
                  </a:lnTo>
                  <a:lnTo>
                    <a:pt x="851003" y="141497"/>
                  </a:lnTo>
                  <a:lnTo>
                    <a:pt x="882866" y="175005"/>
                  </a:lnTo>
                  <a:lnTo>
                    <a:pt x="911568" y="211328"/>
                  </a:lnTo>
                  <a:lnTo>
                    <a:pt x="942171" y="248481"/>
                  </a:lnTo>
                  <a:lnTo>
                    <a:pt x="976992" y="280901"/>
                  </a:lnTo>
                  <a:lnTo>
                    <a:pt x="1015501" y="308230"/>
                  </a:lnTo>
                  <a:lnTo>
                    <a:pt x="1057165" y="330109"/>
                  </a:lnTo>
                  <a:lnTo>
                    <a:pt x="1101452" y="346180"/>
                  </a:lnTo>
                  <a:lnTo>
                    <a:pt x="1147831" y="356085"/>
                  </a:lnTo>
                  <a:lnTo>
                    <a:pt x="1195770" y="359466"/>
                  </a:lnTo>
                  <a:lnTo>
                    <a:pt x="5344804" y="359466"/>
                  </a:lnTo>
                  <a:lnTo>
                    <a:pt x="5345987" y="362913"/>
                  </a:lnTo>
                  <a:lnTo>
                    <a:pt x="5357040" y="408674"/>
                  </a:lnTo>
                  <a:lnTo>
                    <a:pt x="5363827" y="455953"/>
                  </a:lnTo>
                  <a:lnTo>
                    <a:pt x="5365557" y="492343"/>
                  </a:lnTo>
                  <a:lnTo>
                    <a:pt x="5365602" y="515782"/>
                  </a:lnTo>
                  <a:lnTo>
                    <a:pt x="5363827" y="553126"/>
                  </a:lnTo>
                  <a:lnTo>
                    <a:pt x="5357040" y="600405"/>
                  </a:lnTo>
                  <a:lnTo>
                    <a:pt x="5345987" y="646165"/>
                  </a:lnTo>
                  <a:lnTo>
                    <a:pt x="5344825" y="649552"/>
                  </a:lnTo>
                  <a:lnTo>
                    <a:pt x="1195893" y="649552"/>
                  </a:lnTo>
                  <a:lnTo>
                    <a:pt x="1148551" y="652748"/>
                  </a:lnTo>
                  <a:lnTo>
                    <a:pt x="1102552" y="662165"/>
                  </a:lnTo>
                  <a:lnTo>
                    <a:pt x="1058519" y="677549"/>
                  </a:lnTo>
                  <a:lnTo>
                    <a:pt x="1017076" y="698644"/>
                  </a:lnTo>
                  <a:lnTo>
                    <a:pt x="978845" y="725195"/>
                  </a:lnTo>
                  <a:lnTo>
                    <a:pt x="944448" y="756948"/>
                  </a:lnTo>
                  <a:lnTo>
                    <a:pt x="914510" y="793645"/>
                  </a:lnTo>
                  <a:lnTo>
                    <a:pt x="885463" y="831075"/>
                  </a:lnTo>
                  <a:lnTo>
                    <a:pt x="853090" y="865575"/>
                  </a:lnTo>
                  <a:lnTo>
                    <a:pt x="817629" y="896907"/>
                  </a:lnTo>
                  <a:lnTo>
                    <a:pt x="779318" y="924833"/>
                  </a:lnTo>
                  <a:lnTo>
                    <a:pt x="738393" y="949116"/>
                  </a:lnTo>
                  <a:lnTo>
                    <a:pt x="695092" y="969517"/>
                  </a:lnTo>
                  <a:lnTo>
                    <a:pt x="649654" y="985799"/>
                  </a:lnTo>
                  <a:lnTo>
                    <a:pt x="602315" y="997723"/>
                  </a:lnTo>
                  <a:lnTo>
                    <a:pt x="553313" y="1005052"/>
                  </a:lnTo>
                  <a:lnTo>
                    <a:pt x="529591" y="1006226"/>
                  </a:lnTo>
                  <a:close/>
                </a:path>
                <a:path w="5365750" h="1006475">
                  <a:moveTo>
                    <a:pt x="4913609" y="1006226"/>
                  </a:moveTo>
                  <a:lnTo>
                    <a:pt x="1838101" y="1006226"/>
                  </a:lnTo>
                  <a:lnTo>
                    <a:pt x="1790757" y="999130"/>
                  </a:lnTo>
                  <a:lnTo>
                    <a:pt x="1743215" y="987130"/>
                  </a:lnTo>
                  <a:lnTo>
                    <a:pt x="1697584" y="970746"/>
                  </a:lnTo>
                  <a:lnTo>
                    <a:pt x="1654106" y="950218"/>
                  </a:lnTo>
                  <a:lnTo>
                    <a:pt x="1613020" y="925787"/>
                  </a:lnTo>
                  <a:lnTo>
                    <a:pt x="1574566" y="897692"/>
                  </a:lnTo>
                  <a:lnTo>
                    <a:pt x="1538984" y="866174"/>
                  </a:lnTo>
                  <a:lnTo>
                    <a:pt x="1506515" y="831473"/>
                  </a:lnTo>
                  <a:lnTo>
                    <a:pt x="1477399" y="793829"/>
                  </a:lnTo>
                  <a:lnTo>
                    <a:pt x="1447367" y="756948"/>
                  </a:lnTo>
                  <a:lnTo>
                    <a:pt x="1412997" y="725195"/>
                  </a:lnTo>
                  <a:lnTo>
                    <a:pt x="1374769" y="698644"/>
                  </a:lnTo>
                  <a:lnTo>
                    <a:pt x="1333312" y="677549"/>
                  </a:lnTo>
                  <a:lnTo>
                    <a:pt x="1289259" y="662165"/>
                  </a:lnTo>
                  <a:lnTo>
                    <a:pt x="1243241" y="652748"/>
                  </a:lnTo>
                  <a:lnTo>
                    <a:pt x="1195893" y="649552"/>
                  </a:lnTo>
                  <a:lnTo>
                    <a:pt x="5344825" y="649552"/>
                  </a:lnTo>
                  <a:lnTo>
                    <a:pt x="5330879" y="690197"/>
                  </a:lnTo>
                  <a:lnTo>
                    <a:pt x="5311928" y="732287"/>
                  </a:lnTo>
                  <a:lnTo>
                    <a:pt x="5289344" y="772224"/>
                  </a:lnTo>
                  <a:lnTo>
                    <a:pt x="5263339" y="809798"/>
                  </a:lnTo>
                  <a:lnTo>
                    <a:pt x="5234126" y="844796"/>
                  </a:lnTo>
                  <a:lnTo>
                    <a:pt x="5201914" y="877008"/>
                  </a:lnTo>
                  <a:lnTo>
                    <a:pt x="5166916" y="906222"/>
                  </a:lnTo>
                  <a:lnTo>
                    <a:pt x="5129342" y="932226"/>
                  </a:lnTo>
                  <a:lnTo>
                    <a:pt x="5089404" y="954810"/>
                  </a:lnTo>
                  <a:lnTo>
                    <a:pt x="5047314" y="973761"/>
                  </a:lnTo>
                  <a:lnTo>
                    <a:pt x="5003283" y="988869"/>
                  </a:lnTo>
                  <a:lnTo>
                    <a:pt x="4957523" y="999922"/>
                  </a:lnTo>
                  <a:lnTo>
                    <a:pt x="4913609" y="1006226"/>
                  </a:lnTo>
                  <a:close/>
                </a:path>
              </a:pathLst>
            </a:custGeom>
            <a:solidFill>
              <a:srgbClr val="13975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6"/>
            <p:cNvSpPr/>
            <p:nvPr/>
          </p:nvSpPr>
          <p:spPr>
            <a:xfrm>
              <a:off x="7803473" y="1148451"/>
              <a:ext cx="776605" cy="776605"/>
            </a:xfrm>
            <a:custGeom>
              <a:avLst/>
              <a:gdLst/>
              <a:ahLst/>
              <a:cxnLst/>
              <a:rect l="l" t="t" r="r" b="b"/>
              <a:pathLst>
                <a:path w="776604" h="776605">
                  <a:moveTo>
                    <a:pt x="388150" y="776301"/>
                  </a:moveTo>
                  <a:lnTo>
                    <a:pt x="340633" y="773381"/>
                  </a:lnTo>
                  <a:lnTo>
                    <a:pt x="293837" y="764668"/>
                  </a:lnTo>
                  <a:lnTo>
                    <a:pt x="248459" y="750292"/>
                  </a:lnTo>
                  <a:lnTo>
                    <a:pt x="205177" y="730468"/>
                  </a:lnTo>
                  <a:lnTo>
                    <a:pt x="164647" y="705494"/>
                  </a:lnTo>
                  <a:lnTo>
                    <a:pt x="127484" y="675750"/>
                  </a:lnTo>
                  <a:lnTo>
                    <a:pt x="94241" y="641682"/>
                  </a:lnTo>
                  <a:lnTo>
                    <a:pt x="65415" y="603795"/>
                  </a:lnTo>
                  <a:lnTo>
                    <a:pt x="41443" y="562664"/>
                  </a:lnTo>
                  <a:lnTo>
                    <a:pt x="22689" y="518914"/>
                  </a:lnTo>
                  <a:lnTo>
                    <a:pt x="9431" y="473197"/>
                  </a:lnTo>
                  <a:lnTo>
                    <a:pt x="1869" y="426195"/>
                  </a:lnTo>
                  <a:lnTo>
                    <a:pt x="0" y="388150"/>
                  </a:lnTo>
                  <a:lnTo>
                    <a:pt x="116" y="378621"/>
                  </a:lnTo>
                  <a:lnTo>
                    <a:pt x="4200" y="331196"/>
                  </a:lnTo>
                  <a:lnTo>
                    <a:pt x="14059" y="284628"/>
                  </a:lnTo>
                  <a:lnTo>
                    <a:pt x="29546" y="239611"/>
                  </a:lnTo>
                  <a:lnTo>
                    <a:pt x="50427" y="196829"/>
                  </a:lnTo>
                  <a:lnTo>
                    <a:pt x="76384" y="156929"/>
                  </a:lnTo>
                  <a:lnTo>
                    <a:pt x="107031" y="120506"/>
                  </a:lnTo>
                  <a:lnTo>
                    <a:pt x="141910" y="88106"/>
                  </a:lnTo>
                  <a:lnTo>
                    <a:pt x="180493" y="60218"/>
                  </a:lnTo>
                  <a:lnTo>
                    <a:pt x="222194" y="37266"/>
                  </a:lnTo>
                  <a:lnTo>
                    <a:pt x="266391" y="19591"/>
                  </a:lnTo>
                  <a:lnTo>
                    <a:pt x="312426" y="7458"/>
                  </a:lnTo>
                  <a:lnTo>
                    <a:pt x="359599" y="1051"/>
                  </a:lnTo>
                  <a:lnTo>
                    <a:pt x="388150" y="0"/>
                  </a:lnTo>
                  <a:lnTo>
                    <a:pt x="397679" y="116"/>
                  </a:lnTo>
                  <a:lnTo>
                    <a:pt x="445104" y="4201"/>
                  </a:lnTo>
                  <a:lnTo>
                    <a:pt x="491672" y="14059"/>
                  </a:lnTo>
                  <a:lnTo>
                    <a:pt x="536689" y="29546"/>
                  </a:lnTo>
                  <a:lnTo>
                    <a:pt x="579471" y="50427"/>
                  </a:lnTo>
                  <a:lnTo>
                    <a:pt x="619371" y="76384"/>
                  </a:lnTo>
                  <a:lnTo>
                    <a:pt x="655794" y="107031"/>
                  </a:lnTo>
                  <a:lnTo>
                    <a:pt x="688195" y="141910"/>
                  </a:lnTo>
                  <a:lnTo>
                    <a:pt x="716082" y="180493"/>
                  </a:lnTo>
                  <a:lnTo>
                    <a:pt x="739034" y="222194"/>
                  </a:lnTo>
                  <a:lnTo>
                    <a:pt x="756709" y="266391"/>
                  </a:lnTo>
                  <a:lnTo>
                    <a:pt x="768842" y="312425"/>
                  </a:lnTo>
                  <a:lnTo>
                    <a:pt x="775249" y="359599"/>
                  </a:lnTo>
                  <a:lnTo>
                    <a:pt x="776301" y="388150"/>
                  </a:lnTo>
                  <a:lnTo>
                    <a:pt x="776184" y="397679"/>
                  </a:lnTo>
                  <a:lnTo>
                    <a:pt x="772100" y="445103"/>
                  </a:lnTo>
                  <a:lnTo>
                    <a:pt x="762241" y="491672"/>
                  </a:lnTo>
                  <a:lnTo>
                    <a:pt x="746754" y="536688"/>
                  </a:lnTo>
                  <a:lnTo>
                    <a:pt x="725874" y="579471"/>
                  </a:lnTo>
                  <a:lnTo>
                    <a:pt x="699916" y="619371"/>
                  </a:lnTo>
                  <a:lnTo>
                    <a:pt x="669269" y="655793"/>
                  </a:lnTo>
                  <a:lnTo>
                    <a:pt x="634390" y="688194"/>
                  </a:lnTo>
                  <a:lnTo>
                    <a:pt x="595807" y="716081"/>
                  </a:lnTo>
                  <a:lnTo>
                    <a:pt x="554106" y="739034"/>
                  </a:lnTo>
                  <a:lnTo>
                    <a:pt x="509909" y="756709"/>
                  </a:lnTo>
                  <a:lnTo>
                    <a:pt x="463874" y="768842"/>
                  </a:lnTo>
                  <a:lnTo>
                    <a:pt x="416701" y="775249"/>
                  </a:lnTo>
                  <a:lnTo>
                    <a:pt x="388150" y="776301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7"/>
            <p:cNvSpPr/>
            <p:nvPr/>
          </p:nvSpPr>
          <p:spPr>
            <a:xfrm>
              <a:off x="11925593" y="1032123"/>
              <a:ext cx="2800350" cy="1006475"/>
            </a:xfrm>
            <a:custGeom>
              <a:avLst/>
              <a:gdLst/>
              <a:ahLst/>
              <a:cxnLst/>
              <a:rect l="l" t="t" r="r" b="b"/>
              <a:pathLst>
                <a:path w="2800350" h="1006475">
                  <a:moveTo>
                    <a:pt x="2347873" y="1006226"/>
                  </a:moveTo>
                  <a:lnTo>
                    <a:pt x="0" y="1006226"/>
                  </a:lnTo>
                  <a:lnTo>
                    <a:pt x="0" y="0"/>
                  </a:lnTo>
                  <a:lnTo>
                    <a:pt x="2294646" y="0"/>
                  </a:lnTo>
                  <a:lnTo>
                    <a:pt x="2344507" y="2369"/>
                  </a:lnTo>
                  <a:lnTo>
                    <a:pt x="2391787" y="9156"/>
                  </a:lnTo>
                  <a:lnTo>
                    <a:pt x="2437547" y="20209"/>
                  </a:lnTo>
                  <a:lnTo>
                    <a:pt x="2481578" y="35318"/>
                  </a:lnTo>
                  <a:lnTo>
                    <a:pt x="2523668" y="54269"/>
                  </a:lnTo>
                  <a:lnTo>
                    <a:pt x="2563606" y="76853"/>
                  </a:lnTo>
                  <a:lnTo>
                    <a:pt x="2601180" y="102857"/>
                  </a:lnTo>
                  <a:lnTo>
                    <a:pt x="2636178" y="132071"/>
                  </a:lnTo>
                  <a:lnTo>
                    <a:pt x="2668390" y="164283"/>
                  </a:lnTo>
                  <a:lnTo>
                    <a:pt x="2697604" y="199281"/>
                  </a:lnTo>
                  <a:lnTo>
                    <a:pt x="2723608" y="236855"/>
                  </a:lnTo>
                  <a:lnTo>
                    <a:pt x="2746192" y="276792"/>
                  </a:lnTo>
                  <a:lnTo>
                    <a:pt x="2765143" y="318882"/>
                  </a:lnTo>
                  <a:lnTo>
                    <a:pt x="2780251" y="362913"/>
                  </a:lnTo>
                  <a:lnTo>
                    <a:pt x="2791304" y="408674"/>
                  </a:lnTo>
                  <a:lnTo>
                    <a:pt x="2798091" y="455953"/>
                  </a:lnTo>
                  <a:lnTo>
                    <a:pt x="2799866" y="493300"/>
                  </a:lnTo>
                  <a:lnTo>
                    <a:pt x="2799866" y="515778"/>
                  </a:lnTo>
                  <a:lnTo>
                    <a:pt x="2791304" y="600405"/>
                  </a:lnTo>
                  <a:lnTo>
                    <a:pt x="2780251" y="646165"/>
                  </a:lnTo>
                  <a:lnTo>
                    <a:pt x="2765143" y="690197"/>
                  </a:lnTo>
                  <a:lnTo>
                    <a:pt x="2746192" y="732287"/>
                  </a:lnTo>
                  <a:lnTo>
                    <a:pt x="2723608" y="772224"/>
                  </a:lnTo>
                  <a:lnTo>
                    <a:pt x="2697604" y="809798"/>
                  </a:lnTo>
                  <a:lnTo>
                    <a:pt x="2668390" y="844796"/>
                  </a:lnTo>
                  <a:lnTo>
                    <a:pt x="2636178" y="877008"/>
                  </a:lnTo>
                  <a:lnTo>
                    <a:pt x="2601180" y="906222"/>
                  </a:lnTo>
                  <a:lnTo>
                    <a:pt x="2563606" y="932226"/>
                  </a:lnTo>
                  <a:lnTo>
                    <a:pt x="2523668" y="954810"/>
                  </a:lnTo>
                  <a:lnTo>
                    <a:pt x="2481578" y="973761"/>
                  </a:lnTo>
                  <a:lnTo>
                    <a:pt x="2437547" y="988869"/>
                  </a:lnTo>
                  <a:lnTo>
                    <a:pt x="2391787" y="999922"/>
                  </a:lnTo>
                  <a:lnTo>
                    <a:pt x="2347873" y="1006226"/>
                  </a:lnTo>
                  <a:close/>
                </a:path>
              </a:pathLst>
            </a:custGeom>
            <a:solidFill>
              <a:srgbClr val="13975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4" name="TextBox 43"/>
          <p:cNvSpPr txBox="1"/>
          <p:nvPr/>
        </p:nvSpPr>
        <p:spPr>
          <a:xfrm>
            <a:off x="6398183" y="4870648"/>
            <a:ext cx="112029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>
                <a:solidFill>
                  <a:schemeClr val="accent3">
                    <a:lumMod val="50000"/>
                  </a:schemeClr>
                </a:solidFill>
                <a:latin typeface="Arial Black" panose="020B0A04020102020204" pitchFamily="34" charset="0"/>
              </a:rPr>
              <a:t>08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486067" y="6780420"/>
            <a:ext cx="867545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4000" b="1" dirty="0">
                <a:solidFill>
                  <a:schemeClr val="accent3">
                    <a:lumMod val="50000"/>
                  </a:schemeClr>
                </a:solidFill>
                <a:latin typeface="Arial Black" panose="020B0A04020102020204" pitchFamily="34" charset="0"/>
              </a:rPr>
              <a:t>09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486946" y="8804752"/>
            <a:ext cx="121134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chemeClr val="accent3">
                    <a:lumMod val="50000"/>
                  </a:schemeClr>
                </a:solidFill>
                <a:latin typeface="Arial Black" panose="020B0A04020102020204" pitchFamily="34" charset="0"/>
              </a:rPr>
              <a:t>10</a:t>
            </a:r>
          </a:p>
        </p:txBody>
      </p:sp>
      <p:sp>
        <p:nvSpPr>
          <p:cNvPr id="47" name="Rectangle 46"/>
          <p:cNvSpPr/>
          <p:nvPr/>
        </p:nvSpPr>
        <p:spPr>
          <a:xfrm>
            <a:off x="8653338" y="4666007"/>
            <a:ext cx="849630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</a:rPr>
              <a:t>Due to issues like canal leaks, overwatering, and poor irrigation, over 50% of water meant for crops never reaches the roots.</a:t>
            </a:r>
          </a:p>
        </p:txBody>
      </p:sp>
      <p:sp>
        <p:nvSpPr>
          <p:cNvPr id="49" name="Rectangle 48"/>
          <p:cNvSpPr/>
          <p:nvPr/>
        </p:nvSpPr>
        <p:spPr>
          <a:xfrm>
            <a:off x="8778239" y="6736877"/>
            <a:ext cx="8235333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</a:rPr>
              <a:t>This leads to about 60% of water being wasted, worsening the water shortage.</a:t>
            </a:r>
          </a:p>
        </p:txBody>
      </p:sp>
      <p:sp>
        <p:nvSpPr>
          <p:cNvPr id="50" name="Rectangle 49"/>
          <p:cNvSpPr/>
          <p:nvPr/>
        </p:nvSpPr>
        <p:spPr>
          <a:xfrm>
            <a:off x="8638098" y="8662238"/>
            <a:ext cx="8330569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</a:rPr>
              <a:t>These technologies can help us secure water for the future by saving millions of cubic meters of water per day.</a:t>
            </a:r>
          </a:p>
        </p:txBody>
      </p:sp>
    </p:spTree>
    <p:extLst>
      <p:ext uri="{BB962C8B-B14F-4D97-AF65-F5344CB8AC3E}">
        <p14:creationId xmlns:p14="http://schemas.microsoft.com/office/powerpoint/2010/main" val="303332517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7998" y="10286999"/>
                </a:moveTo>
                <a:lnTo>
                  <a:pt x="0" y="10286999"/>
                </a:lnTo>
                <a:lnTo>
                  <a:pt x="0" y="0"/>
                </a:lnTo>
                <a:lnTo>
                  <a:pt x="18287998" y="0"/>
                </a:lnTo>
                <a:lnTo>
                  <a:pt x="18287998" y="10286999"/>
                </a:lnTo>
                <a:close/>
              </a:path>
            </a:pathLst>
          </a:custGeom>
          <a:solidFill>
            <a:srgbClr val="016737"/>
          </a:solidFill>
        </p:spPr>
        <p:txBody>
          <a:bodyPr wrap="square" lIns="0" tIns="0" rIns="0" bIns="0" rtlCol="0"/>
          <a:lstStyle/>
          <a:p>
            <a:r>
              <a:rPr lang="en-US" sz="1800">
                <a:solidFill>
                  <a:schemeClr val="bg1"/>
                </a:solidFill>
                <a:latin typeface="Arial Black" panose="020B0A04020102020204" pitchFamily="34" charset="0"/>
              </a:rPr>
              <a:t>03</a:t>
            </a:r>
            <a:endParaRPr lang="en-US" sz="1800" dirty="0">
              <a:solidFill>
                <a:schemeClr val="bg1"/>
              </a:solidFill>
              <a:latin typeface="Arial Black" panose="020B0A04020102020204" pitchFamily="34" charset="0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5225443" y="501766"/>
            <a:ext cx="185420" cy="327660"/>
          </a:xfrm>
          <a:custGeom>
            <a:avLst/>
            <a:gdLst/>
            <a:ahLst/>
            <a:cxnLst/>
            <a:rect l="l" t="t" r="r" b="b"/>
            <a:pathLst>
              <a:path w="185419" h="327659">
                <a:moveTo>
                  <a:pt x="94639" y="327461"/>
                </a:moveTo>
                <a:lnTo>
                  <a:pt x="88503" y="327461"/>
                </a:lnTo>
                <a:lnTo>
                  <a:pt x="85552" y="326399"/>
                </a:lnTo>
                <a:lnTo>
                  <a:pt x="46264" y="282219"/>
                </a:lnTo>
                <a:lnTo>
                  <a:pt x="20178" y="241362"/>
                </a:lnTo>
                <a:lnTo>
                  <a:pt x="4801" y="201191"/>
                </a:lnTo>
                <a:lnTo>
                  <a:pt x="0" y="161429"/>
                </a:lnTo>
                <a:lnTo>
                  <a:pt x="5420" y="122751"/>
                </a:lnTo>
                <a:lnTo>
                  <a:pt x="20886" y="83709"/>
                </a:lnTo>
                <a:lnTo>
                  <a:pt x="46530" y="44024"/>
                </a:lnTo>
                <a:lnTo>
                  <a:pt x="82484" y="3422"/>
                </a:lnTo>
                <a:lnTo>
                  <a:pt x="87676" y="0"/>
                </a:lnTo>
                <a:lnTo>
                  <a:pt x="94049" y="0"/>
                </a:lnTo>
                <a:lnTo>
                  <a:pt x="136827" y="45309"/>
                </a:lnTo>
                <a:lnTo>
                  <a:pt x="163450" y="85051"/>
                </a:lnTo>
                <a:lnTo>
                  <a:pt x="179474" y="123332"/>
                </a:lnTo>
                <a:lnTo>
                  <a:pt x="185266" y="160839"/>
                </a:lnTo>
                <a:lnTo>
                  <a:pt x="180796" y="199963"/>
                </a:lnTo>
                <a:lnTo>
                  <a:pt x="165353" y="239739"/>
                </a:lnTo>
                <a:lnTo>
                  <a:pt x="138536" y="280866"/>
                </a:lnTo>
                <a:lnTo>
                  <a:pt x="99949" y="324039"/>
                </a:lnTo>
                <a:lnTo>
                  <a:pt x="94639" y="327461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5004146" y="818503"/>
            <a:ext cx="628015" cy="843915"/>
          </a:xfrm>
          <a:custGeom>
            <a:avLst/>
            <a:gdLst/>
            <a:ahLst/>
            <a:cxnLst/>
            <a:rect l="l" t="t" r="r" b="b"/>
            <a:pathLst>
              <a:path w="628014" h="843914">
                <a:moveTo>
                  <a:pt x="303390" y="831926"/>
                </a:moveTo>
                <a:lnTo>
                  <a:pt x="300482" y="775792"/>
                </a:lnTo>
                <a:lnTo>
                  <a:pt x="291757" y="725170"/>
                </a:lnTo>
                <a:lnTo>
                  <a:pt x="277241" y="680046"/>
                </a:lnTo>
                <a:lnTo>
                  <a:pt x="256946" y="640461"/>
                </a:lnTo>
                <a:lnTo>
                  <a:pt x="230898" y="606437"/>
                </a:lnTo>
                <a:lnTo>
                  <a:pt x="199097" y="577977"/>
                </a:lnTo>
                <a:lnTo>
                  <a:pt x="161556" y="555091"/>
                </a:lnTo>
                <a:lnTo>
                  <a:pt x="118313" y="537819"/>
                </a:lnTo>
                <a:lnTo>
                  <a:pt x="69380" y="526173"/>
                </a:lnTo>
                <a:lnTo>
                  <a:pt x="14757" y="520153"/>
                </a:lnTo>
                <a:lnTo>
                  <a:pt x="8026" y="520153"/>
                </a:lnTo>
                <a:lnTo>
                  <a:pt x="152" y="561225"/>
                </a:lnTo>
                <a:lnTo>
                  <a:pt x="0" y="571131"/>
                </a:lnTo>
                <a:lnTo>
                  <a:pt x="4330" y="623062"/>
                </a:lnTo>
                <a:lnTo>
                  <a:pt x="17297" y="670229"/>
                </a:lnTo>
                <a:lnTo>
                  <a:pt x="38836" y="712482"/>
                </a:lnTo>
                <a:lnTo>
                  <a:pt x="68922" y="749681"/>
                </a:lnTo>
                <a:lnTo>
                  <a:pt x="101511" y="777316"/>
                </a:lnTo>
                <a:lnTo>
                  <a:pt x="140030" y="800569"/>
                </a:lnTo>
                <a:lnTo>
                  <a:pt x="184365" y="819391"/>
                </a:lnTo>
                <a:lnTo>
                  <a:pt x="234416" y="833755"/>
                </a:lnTo>
                <a:lnTo>
                  <a:pt x="290055" y="843610"/>
                </a:lnTo>
                <a:lnTo>
                  <a:pt x="290525" y="843724"/>
                </a:lnTo>
                <a:lnTo>
                  <a:pt x="294424" y="843724"/>
                </a:lnTo>
                <a:lnTo>
                  <a:pt x="297256" y="842657"/>
                </a:lnTo>
                <a:lnTo>
                  <a:pt x="299377" y="840778"/>
                </a:lnTo>
                <a:lnTo>
                  <a:pt x="301980" y="838530"/>
                </a:lnTo>
                <a:lnTo>
                  <a:pt x="303390" y="835342"/>
                </a:lnTo>
                <a:lnTo>
                  <a:pt x="303390" y="831926"/>
                </a:lnTo>
                <a:close/>
              </a:path>
              <a:path w="628014" h="843914">
                <a:moveTo>
                  <a:pt x="304812" y="534911"/>
                </a:moveTo>
                <a:lnTo>
                  <a:pt x="302082" y="482257"/>
                </a:lnTo>
                <a:lnTo>
                  <a:pt x="293903" y="434759"/>
                </a:lnTo>
                <a:lnTo>
                  <a:pt x="280289" y="392442"/>
                </a:lnTo>
                <a:lnTo>
                  <a:pt x="261251" y="355307"/>
                </a:lnTo>
                <a:lnTo>
                  <a:pt x="236804" y="323392"/>
                </a:lnTo>
                <a:lnTo>
                  <a:pt x="206984" y="296684"/>
                </a:lnTo>
                <a:lnTo>
                  <a:pt x="171780" y="275234"/>
                </a:lnTo>
                <a:lnTo>
                  <a:pt x="131229" y="259041"/>
                </a:lnTo>
                <a:lnTo>
                  <a:pt x="85331" y="248119"/>
                </a:lnTo>
                <a:lnTo>
                  <a:pt x="34112" y="242493"/>
                </a:lnTo>
                <a:lnTo>
                  <a:pt x="27381" y="242493"/>
                </a:lnTo>
                <a:lnTo>
                  <a:pt x="19621" y="281711"/>
                </a:lnTo>
                <a:lnTo>
                  <a:pt x="19481" y="290995"/>
                </a:lnTo>
                <a:lnTo>
                  <a:pt x="23545" y="339712"/>
                </a:lnTo>
                <a:lnTo>
                  <a:pt x="35699" y="383971"/>
                </a:lnTo>
                <a:lnTo>
                  <a:pt x="55918" y="423595"/>
                </a:lnTo>
                <a:lnTo>
                  <a:pt x="84137" y="458444"/>
                </a:lnTo>
                <a:lnTo>
                  <a:pt x="114693" y="484365"/>
                </a:lnTo>
                <a:lnTo>
                  <a:pt x="150799" y="506171"/>
                </a:lnTo>
                <a:lnTo>
                  <a:pt x="192354" y="523836"/>
                </a:lnTo>
                <a:lnTo>
                  <a:pt x="239280" y="537324"/>
                </a:lnTo>
                <a:lnTo>
                  <a:pt x="291477" y="546595"/>
                </a:lnTo>
                <a:lnTo>
                  <a:pt x="291947" y="546709"/>
                </a:lnTo>
                <a:lnTo>
                  <a:pt x="295846" y="546709"/>
                </a:lnTo>
                <a:lnTo>
                  <a:pt x="298678" y="545642"/>
                </a:lnTo>
                <a:lnTo>
                  <a:pt x="300799" y="543763"/>
                </a:lnTo>
                <a:lnTo>
                  <a:pt x="303390" y="541515"/>
                </a:lnTo>
                <a:lnTo>
                  <a:pt x="304812" y="538327"/>
                </a:lnTo>
                <a:lnTo>
                  <a:pt x="304812" y="534911"/>
                </a:lnTo>
                <a:close/>
              </a:path>
              <a:path w="628014" h="843914">
                <a:moveTo>
                  <a:pt x="307517" y="256540"/>
                </a:moveTo>
                <a:lnTo>
                  <a:pt x="304571" y="205511"/>
                </a:lnTo>
                <a:lnTo>
                  <a:pt x="295706" y="160083"/>
                </a:lnTo>
                <a:lnTo>
                  <a:pt x="280974" y="120256"/>
                </a:lnTo>
                <a:lnTo>
                  <a:pt x="260375" y="86055"/>
                </a:lnTo>
                <a:lnTo>
                  <a:pt x="233934" y="57492"/>
                </a:lnTo>
                <a:lnTo>
                  <a:pt x="201663" y="34607"/>
                </a:lnTo>
                <a:lnTo>
                  <a:pt x="163601" y="17399"/>
                </a:lnTo>
                <a:lnTo>
                  <a:pt x="119735" y="5892"/>
                </a:lnTo>
                <a:lnTo>
                  <a:pt x="70104" y="114"/>
                </a:lnTo>
                <a:lnTo>
                  <a:pt x="63373" y="114"/>
                </a:lnTo>
                <a:lnTo>
                  <a:pt x="55816" y="43891"/>
                </a:lnTo>
                <a:lnTo>
                  <a:pt x="59397" y="86664"/>
                </a:lnTo>
                <a:lnTo>
                  <a:pt x="70078" y="125514"/>
                </a:lnTo>
                <a:lnTo>
                  <a:pt x="87833" y="160299"/>
                </a:lnTo>
                <a:lnTo>
                  <a:pt x="112585" y="190931"/>
                </a:lnTo>
                <a:lnTo>
                  <a:pt x="146850" y="218821"/>
                </a:lnTo>
                <a:lnTo>
                  <a:pt x="188645" y="241033"/>
                </a:lnTo>
                <a:lnTo>
                  <a:pt x="237820" y="257517"/>
                </a:lnTo>
                <a:lnTo>
                  <a:pt x="294182" y="268224"/>
                </a:lnTo>
                <a:lnTo>
                  <a:pt x="294665" y="268338"/>
                </a:lnTo>
                <a:lnTo>
                  <a:pt x="298551" y="268338"/>
                </a:lnTo>
                <a:lnTo>
                  <a:pt x="301383" y="267271"/>
                </a:lnTo>
                <a:lnTo>
                  <a:pt x="303517" y="265391"/>
                </a:lnTo>
                <a:lnTo>
                  <a:pt x="306108" y="263144"/>
                </a:lnTo>
                <a:lnTo>
                  <a:pt x="307517" y="259956"/>
                </a:lnTo>
                <a:lnTo>
                  <a:pt x="307517" y="256540"/>
                </a:lnTo>
                <a:close/>
              </a:path>
              <a:path w="628014" h="843914">
                <a:moveTo>
                  <a:pt x="571728" y="43776"/>
                </a:moveTo>
                <a:lnTo>
                  <a:pt x="569137" y="4483"/>
                </a:lnTo>
                <a:lnTo>
                  <a:pt x="564070" y="0"/>
                </a:lnTo>
                <a:lnTo>
                  <a:pt x="557453" y="0"/>
                </a:lnTo>
                <a:lnTo>
                  <a:pt x="507822" y="5778"/>
                </a:lnTo>
                <a:lnTo>
                  <a:pt x="463956" y="17272"/>
                </a:lnTo>
                <a:lnTo>
                  <a:pt x="425881" y="34480"/>
                </a:lnTo>
                <a:lnTo>
                  <a:pt x="393623" y="57378"/>
                </a:lnTo>
                <a:lnTo>
                  <a:pt x="367182" y="85928"/>
                </a:lnTo>
                <a:lnTo>
                  <a:pt x="346583" y="120129"/>
                </a:lnTo>
                <a:lnTo>
                  <a:pt x="331838" y="159956"/>
                </a:lnTo>
                <a:lnTo>
                  <a:pt x="322986" y="205397"/>
                </a:lnTo>
                <a:lnTo>
                  <a:pt x="320027" y="256425"/>
                </a:lnTo>
                <a:lnTo>
                  <a:pt x="320027" y="259842"/>
                </a:lnTo>
                <a:lnTo>
                  <a:pt x="321564" y="263029"/>
                </a:lnTo>
                <a:lnTo>
                  <a:pt x="324040" y="265264"/>
                </a:lnTo>
                <a:lnTo>
                  <a:pt x="326174" y="267157"/>
                </a:lnTo>
                <a:lnTo>
                  <a:pt x="329006" y="268224"/>
                </a:lnTo>
                <a:lnTo>
                  <a:pt x="332892" y="268224"/>
                </a:lnTo>
                <a:lnTo>
                  <a:pt x="333362" y="268097"/>
                </a:lnTo>
                <a:lnTo>
                  <a:pt x="389737" y="257403"/>
                </a:lnTo>
                <a:lnTo>
                  <a:pt x="438912" y="240919"/>
                </a:lnTo>
                <a:lnTo>
                  <a:pt x="480707" y="218706"/>
                </a:lnTo>
                <a:lnTo>
                  <a:pt x="514972" y="190804"/>
                </a:lnTo>
                <a:lnTo>
                  <a:pt x="539724" y="160185"/>
                </a:lnTo>
                <a:lnTo>
                  <a:pt x="557466" y="125387"/>
                </a:lnTo>
                <a:lnTo>
                  <a:pt x="568159" y="86550"/>
                </a:lnTo>
                <a:lnTo>
                  <a:pt x="571728" y="43776"/>
                </a:lnTo>
                <a:close/>
              </a:path>
              <a:path w="628014" h="843914">
                <a:moveTo>
                  <a:pt x="608076" y="290880"/>
                </a:moveTo>
                <a:lnTo>
                  <a:pt x="605129" y="246862"/>
                </a:lnTo>
                <a:lnTo>
                  <a:pt x="600049" y="242379"/>
                </a:lnTo>
                <a:lnTo>
                  <a:pt x="593445" y="242379"/>
                </a:lnTo>
                <a:lnTo>
                  <a:pt x="542226" y="248005"/>
                </a:lnTo>
                <a:lnTo>
                  <a:pt x="496328" y="258914"/>
                </a:lnTo>
                <a:lnTo>
                  <a:pt x="455777" y="275120"/>
                </a:lnTo>
                <a:lnTo>
                  <a:pt x="420573" y="296570"/>
                </a:lnTo>
                <a:lnTo>
                  <a:pt x="390740" y="323253"/>
                </a:lnTo>
                <a:lnTo>
                  <a:pt x="366306" y="355168"/>
                </a:lnTo>
                <a:lnTo>
                  <a:pt x="347268" y="392277"/>
                </a:lnTo>
                <a:lnTo>
                  <a:pt x="333654" y="434581"/>
                </a:lnTo>
                <a:lnTo>
                  <a:pt x="325475" y="482053"/>
                </a:lnTo>
                <a:lnTo>
                  <a:pt x="322745" y="534670"/>
                </a:lnTo>
                <a:lnTo>
                  <a:pt x="322745" y="538213"/>
                </a:lnTo>
                <a:lnTo>
                  <a:pt x="324167" y="541401"/>
                </a:lnTo>
                <a:lnTo>
                  <a:pt x="326758" y="543636"/>
                </a:lnTo>
                <a:lnTo>
                  <a:pt x="328879" y="545528"/>
                </a:lnTo>
                <a:lnTo>
                  <a:pt x="331711" y="546595"/>
                </a:lnTo>
                <a:lnTo>
                  <a:pt x="335610" y="546595"/>
                </a:lnTo>
                <a:lnTo>
                  <a:pt x="336080" y="546468"/>
                </a:lnTo>
                <a:lnTo>
                  <a:pt x="388277" y="537260"/>
                </a:lnTo>
                <a:lnTo>
                  <a:pt x="435190" y="523811"/>
                </a:lnTo>
                <a:lnTo>
                  <a:pt x="476758" y="506145"/>
                </a:lnTo>
                <a:lnTo>
                  <a:pt x="512851" y="484301"/>
                </a:lnTo>
                <a:lnTo>
                  <a:pt x="543407" y="458330"/>
                </a:lnTo>
                <a:lnTo>
                  <a:pt x="571588" y="423481"/>
                </a:lnTo>
                <a:lnTo>
                  <a:pt x="591807" y="383844"/>
                </a:lnTo>
                <a:lnTo>
                  <a:pt x="603999" y="339598"/>
                </a:lnTo>
                <a:lnTo>
                  <a:pt x="608076" y="290880"/>
                </a:lnTo>
                <a:close/>
              </a:path>
              <a:path w="628014" h="843914">
                <a:moveTo>
                  <a:pt x="627545" y="571131"/>
                </a:moveTo>
                <a:lnTo>
                  <a:pt x="625195" y="530656"/>
                </a:lnTo>
                <a:lnTo>
                  <a:pt x="619404" y="520153"/>
                </a:lnTo>
                <a:lnTo>
                  <a:pt x="612800" y="520153"/>
                </a:lnTo>
                <a:lnTo>
                  <a:pt x="558177" y="526173"/>
                </a:lnTo>
                <a:lnTo>
                  <a:pt x="509231" y="537819"/>
                </a:lnTo>
                <a:lnTo>
                  <a:pt x="465988" y="555091"/>
                </a:lnTo>
                <a:lnTo>
                  <a:pt x="428459" y="577977"/>
                </a:lnTo>
                <a:lnTo>
                  <a:pt x="396659" y="606437"/>
                </a:lnTo>
                <a:lnTo>
                  <a:pt x="370598" y="640461"/>
                </a:lnTo>
                <a:lnTo>
                  <a:pt x="350316" y="680046"/>
                </a:lnTo>
                <a:lnTo>
                  <a:pt x="335800" y="725170"/>
                </a:lnTo>
                <a:lnTo>
                  <a:pt x="327075" y="775792"/>
                </a:lnTo>
                <a:lnTo>
                  <a:pt x="324167" y="831926"/>
                </a:lnTo>
                <a:lnTo>
                  <a:pt x="324167" y="835342"/>
                </a:lnTo>
                <a:lnTo>
                  <a:pt x="325577" y="838530"/>
                </a:lnTo>
                <a:lnTo>
                  <a:pt x="328168" y="840778"/>
                </a:lnTo>
                <a:lnTo>
                  <a:pt x="330301" y="842657"/>
                </a:lnTo>
                <a:lnTo>
                  <a:pt x="333133" y="843724"/>
                </a:lnTo>
                <a:lnTo>
                  <a:pt x="337019" y="843724"/>
                </a:lnTo>
                <a:lnTo>
                  <a:pt x="337502" y="843610"/>
                </a:lnTo>
                <a:lnTo>
                  <a:pt x="393192" y="833755"/>
                </a:lnTo>
                <a:lnTo>
                  <a:pt x="443242" y="819391"/>
                </a:lnTo>
                <a:lnTo>
                  <a:pt x="487553" y="800569"/>
                </a:lnTo>
                <a:lnTo>
                  <a:pt x="526059" y="777316"/>
                </a:lnTo>
                <a:lnTo>
                  <a:pt x="558634" y="749681"/>
                </a:lnTo>
                <a:lnTo>
                  <a:pt x="588670" y="712558"/>
                </a:lnTo>
                <a:lnTo>
                  <a:pt x="610222" y="670318"/>
                </a:lnTo>
                <a:lnTo>
                  <a:pt x="623201" y="623125"/>
                </a:lnTo>
                <a:lnTo>
                  <a:pt x="627545" y="571131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7" name="object 7"/>
          <p:cNvGrpSpPr/>
          <p:nvPr/>
        </p:nvGrpSpPr>
        <p:grpSpPr>
          <a:xfrm>
            <a:off x="404406" y="3203785"/>
            <a:ext cx="4704272" cy="1890276"/>
            <a:chOff x="10496004" y="939380"/>
            <a:chExt cx="4018351" cy="1080135"/>
          </a:xfrm>
        </p:grpSpPr>
        <p:sp>
          <p:nvSpPr>
            <p:cNvPr id="8" name="object 8"/>
            <p:cNvSpPr/>
            <p:nvPr/>
          </p:nvSpPr>
          <p:spPr>
            <a:xfrm>
              <a:off x="11035826" y="958823"/>
              <a:ext cx="3478529" cy="1040765"/>
            </a:xfrm>
            <a:custGeom>
              <a:avLst/>
              <a:gdLst/>
              <a:ahLst/>
              <a:cxnLst/>
              <a:rect l="l" t="t" r="r" b="b"/>
              <a:pathLst>
                <a:path w="3478530" h="1040764">
                  <a:moveTo>
                    <a:pt x="2957865" y="1040602"/>
                  </a:moveTo>
                  <a:lnTo>
                    <a:pt x="0" y="1040602"/>
                  </a:lnTo>
                  <a:lnTo>
                    <a:pt x="0" y="0"/>
                  </a:lnTo>
                  <a:lnTo>
                    <a:pt x="2957845" y="0"/>
                  </a:lnTo>
                  <a:lnTo>
                    <a:pt x="3005223" y="2126"/>
                  </a:lnTo>
                  <a:lnTo>
                    <a:pt x="3051390" y="8382"/>
                  </a:lnTo>
                  <a:lnTo>
                    <a:pt x="3096181" y="18585"/>
                  </a:lnTo>
                  <a:lnTo>
                    <a:pt x="3139415" y="32551"/>
                  </a:lnTo>
                  <a:lnTo>
                    <a:pt x="3180906" y="50096"/>
                  </a:lnTo>
                  <a:lnTo>
                    <a:pt x="3220471" y="71036"/>
                  </a:lnTo>
                  <a:lnTo>
                    <a:pt x="3257926" y="95188"/>
                  </a:lnTo>
                  <a:lnTo>
                    <a:pt x="3293088" y="122368"/>
                  </a:lnTo>
                  <a:lnTo>
                    <a:pt x="3325773" y="152393"/>
                  </a:lnTo>
                  <a:lnTo>
                    <a:pt x="3355798" y="185078"/>
                  </a:lnTo>
                  <a:lnTo>
                    <a:pt x="3382978" y="220240"/>
                  </a:lnTo>
                  <a:lnTo>
                    <a:pt x="3407130" y="257695"/>
                  </a:lnTo>
                  <a:lnTo>
                    <a:pt x="3428070" y="297260"/>
                  </a:lnTo>
                  <a:lnTo>
                    <a:pt x="3445615" y="338751"/>
                  </a:lnTo>
                  <a:lnTo>
                    <a:pt x="3459581" y="381984"/>
                  </a:lnTo>
                  <a:lnTo>
                    <a:pt x="3469784" y="426776"/>
                  </a:lnTo>
                  <a:lnTo>
                    <a:pt x="3476040" y="472943"/>
                  </a:lnTo>
                  <a:lnTo>
                    <a:pt x="3478166" y="520301"/>
                  </a:lnTo>
                  <a:lnTo>
                    <a:pt x="3476040" y="567659"/>
                  </a:lnTo>
                  <a:lnTo>
                    <a:pt x="3469784" y="613825"/>
                  </a:lnTo>
                  <a:lnTo>
                    <a:pt x="3459581" y="658617"/>
                  </a:lnTo>
                  <a:lnTo>
                    <a:pt x="3445615" y="701850"/>
                  </a:lnTo>
                  <a:lnTo>
                    <a:pt x="3428070" y="743341"/>
                  </a:lnTo>
                  <a:lnTo>
                    <a:pt x="3407130" y="782906"/>
                  </a:lnTo>
                  <a:lnTo>
                    <a:pt x="3382978" y="820362"/>
                  </a:lnTo>
                  <a:lnTo>
                    <a:pt x="3355798" y="855524"/>
                  </a:lnTo>
                  <a:lnTo>
                    <a:pt x="3325773" y="888209"/>
                  </a:lnTo>
                  <a:lnTo>
                    <a:pt x="3293088" y="918233"/>
                  </a:lnTo>
                  <a:lnTo>
                    <a:pt x="3257926" y="945413"/>
                  </a:lnTo>
                  <a:lnTo>
                    <a:pt x="3220471" y="969565"/>
                  </a:lnTo>
                  <a:lnTo>
                    <a:pt x="3180906" y="990506"/>
                  </a:lnTo>
                  <a:lnTo>
                    <a:pt x="3139415" y="1008050"/>
                  </a:lnTo>
                  <a:lnTo>
                    <a:pt x="3096181" y="1022016"/>
                  </a:lnTo>
                  <a:lnTo>
                    <a:pt x="3051390" y="1032219"/>
                  </a:lnTo>
                  <a:lnTo>
                    <a:pt x="3005223" y="1038476"/>
                  </a:lnTo>
                  <a:lnTo>
                    <a:pt x="2957865" y="1040602"/>
                  </a:lnTo>
                  <a:close/>
                </a:path>
              </a:pathLst>
            </a:custGeom>
            <a:solidFill>
              <a:srgbClr val="13975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11074802" y="997800"/>
              <a:ext cx="3400425" cy="962660"/>
            </a:xfrm>
            <a:custGeom>
              <a:avLst/>
              <a:gdLst/>
              <a:ahLst/>
              <a:cxnLst/>
              <a:rect l="l" t="t" r="r" b="b"/>
              <a:pathLst>
                <a:path w="3400425" h="962660">
                  <a:moveTo>
                    <a:pt x="2918889" y="962649"/>
                  </a:moveTo>
                  <a:lnTo>
                    <a:pt x="0" y="962649"/>
                  </a:lnTo>
                  <a:lnTo>
                    <a:pt x="0" y="0"/>
                  </a:lnTo>
                  <a:lnTo>
                    <a:pt x="2918889" y="0"/>
                  </a:lnTo>
                  <a:lnTo>
                    <a:pt x="2968031" y="2489"/>
                  </a:lnTo>
                  <a:lnTo>
                    <a:pt x="3015770" y="9796"/>
                  </a:lnTo>
                  <a:lnTo>
                    <a:pt x="3061862" y="21676"/>
                  </a:lnTo>
                  <a:lnTo>
                    <a:pt x="3106062" y="37885"/>
                  </a:lnTo>
                  <a:lnTo>
                    <a:pt x="3148128" y="58179"/>
                  </a:lnTo>
                  <a:lnTo>
                    <a:pt x="3187814" y="82315"/>
                  </a:lnTo>
                  <a:lnTo>
                    <a:pt x="3224879" y="110049"/>
                  </a:lnTo>
                  <a:lnTo>
                    <a:pt x="3259077" y="141137"/>
                  </a:lnTo>
                  <a:lnTo>
                    <a:pt x="3290165" y="175335"/>
                  </a:lnTo>
                  <a:lnTo>
                    <a:pt x="3317898" y="212399"/>
                  </a:lnTo>
                  <a:lnTo>
                    <a:pt x="3342034" y="252086"/>
                  </a:lnTo>
                  <a:lnTo>
                    <a:pt x="3362329" y="294151"/>
                  </a:lnTo>
                  <a:lnTo>
                    <a:pt x="3378538" y="338352"/>
                  </a:lnTo>
                  <a:lnTo>
                    <a:pt x="3390417" y="384443"/>
                  </a:lnTo>
                  <a:lnTo>
                    <a:pt x="3397724" y="432182"/>
                  </a:lnTo>
                  <a:lnTo>
                    <a:pt x="3400214" y="481324"/>
                  </a:lnTo>
                  <a:lnTo>
                    <a:pt x="3397724" y="530466"/>
                  </a:lnTo>
                  <a:lnTo>
                    <a:pt x="3390417" y="578205"/>
                  </a:lnTo>
                  <a:lnTo>
                    <a:pt x="3378538" y="624297"/>
                  </a:lnTo>
                  <a:lnTo>
                    <a:pt x="3362329" y="668497"/>
                  </a:lnTo>
                  <a:lnTo>
                    <a:pt x="3342034" y="710563"/>
                  </a:lnTo>
                  <a:lnTo>
                    <a:pt x="3317898" y="750249"/>
                  </a:lnTo>
                  <a:lnTo>
                    <a:pt x="3290165" y="787314"/>
                  </a:lnTo>
                  <a:lnTo>
                    <a:pt x="3259077" y="821512"/>
                  </a:lnTo>
                  <a:lnTo>
                    <a:pt x="3224879" y="852600"/>
                  </a:lnTo>
                  <a:lnTo>
                    <a:pt x="3187814" y="880333"/>
                  </a:lnTo>
                  <a:lnTo>
                    <a:pt x="3148128" y="904469"/>
                  </a:lnTo>
                  <a:lnTo>
                    <a:pt x="3106062" y="924764"/>
                  </a:lnTo>
                  <a:lnTo>
                    <a:pt x="3061862" y="940973"/>
                  </a:lnTo>
                  <a:lnTo>
                    <a:pt x="3015770" y="952853"/>
                  </a:lnTo>
                  <a:lnTo>
                    <a:pt x="2968031" y="960159"/>
                  </a:lnTo>
                  <a:lnTo>
                    <a:pt x="2918889" y="96264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10496004" y="939380"/>
              <a:ext cx="1261745" cy="1080135"/>
            </a:xfrm>
            <a:custGeom>
              <a:avLst/>
              <a:gdLst/>
              <a:ahLst/>
              <a:cxnLst/>
              <a:rect l="l" t="t" r="r" b="b"/>
              <a:pathLst>
                <a:path w="1261745" h="1080135">
                  <a:moveTo>
                    <a:pt x="1261719" y="539775"/>
                  </a:moveTo>
                  <a:lnTo>
                    <a:pt x="1256118" y="519785"/>
                  </a:lnTo>
                  <a:lnTo>
                    <a:pt x="1239316" y="505231"/>
                  </a:lnTo>
                  <a:lnTo>
                    <a:pt x="1068095" y="428764"/>
                  </a:lnTo>
                  <a:lnTo>
                    <a:pt x="1056436" y="383247"/>
                  </a:lnTo>
                  <a:lnTo>
                    <a:pt x="1041006" y="339369"/>
                  </a:lnTo>
                  <a:lnTo>
                    <a:pt x="1021981" y="297294"/>
                  </a:lnTo>
                  <a:lnTo>
                    <a:pt x="999553" y="257213"/>
                  </a:lnTo>
                  <a:lnTo>
                    <a:pt x="973924" y="219329"/>
                  </a:lnTo>
                  <a:lnTo>
                    <a:pt x="945248" y="183807"/>
                  </a:lnTo>
                  <a:lnTo>
                    <a:pt x="913739" y="150837"/>
                  </a:lnTo>
                  <a:lnTo>
                    <a:pt x="879563" y="120624"/>
                  </a:lnTo>
                  <a:lnTo>
                    <a:pt x="842924" y="93332"/>
                  </a:lnTo>
                  <a:lnTo>
                    <a:pt x="803998" y="69164"/>
                  </a:lnTo>
                  <a:lnTo>
                    <a:pt x="762977" y="48285"/>
                  </a:lnTo>
                  <a:lnTo>
                    <a:pt x="720039" y="30911"/>
                  </a:lnTo>
                  <a:lnTo>
                    <a:pt x="675373" y="17208"/>
                  </a:lnTo>
                  <a:lnTo>
                    <a:pt x="629170" y="7366"/>
                  </a:lnTo>
                  <a:lnTo>
                    <a:pt x="581609" y="1562"/>
                  </a:lnTo>
                  <a:lnTo>
                    <a:pt x="532879" y="0"/>
                  </a:lnTo>
                  <a:lnTo>
                    <a:pt x="484454" y="2781"/>
                  </a:lnTo>
                  <a:lnTo>
                    <a:pt x="437261" y="9766"/>
                  </a:lnTo>
                  <a:lnTo>
                    <a:pt x="391452" y="20764"/>
                  </a:lnTo>
                  <a:lnTo>
                    <a:pt x="347230" y="35572"/>
                  </a:lnTo>
                  <a:lnTo>
                    <a:pt x="304800" y="54025"/>
                  </a:lnTo>
                  <a:lnTo>
                    <a:pt x="264325" y="75933"/>
                  </a:lnTo>
                  <a:lnTo>
                    <a:pt x="225996" y="101079"/>
                  </a:lnTo>
                  <a:lnTo>
                    <a:pt x="190004" y="129298"/>
                  </a:lnTo>
                  <a:lnTo>
                    <a:pt x="156552" y="160401"/>
                  </a:lnTo>
                  <a:lnTo>
                    <a:pt x="125806" y="194170"/>
                  </a:lnTo>
                  <a:lnTo>
                    <a:pt x="97955" y="230454"/>
                  </a:lnTo>
                  <a:lnTo>
                    <a:pt x="73202" y="269036"/>
                  </a:lnTo>
                  <a:lnTo>
                    <a:pt x="51714" y="309740"/>
                  </a:lnTo>
                  <a:lnTo>
                    <a:pt x="33693" y="352374"/>
                  </a:lnTo>
                  <a:lnTo>
                    <a:pt x="19329" y="396735"/>
                  </a:lnTo>
                  <a:lnTo>
                    <a:pt x="8801" y="442658"/>
                  </a:lnTo>
                  <a:lnTo>
                    <a:pt x="2298" y="489940"/>
                  </a:lnTo>
                  <a:lnTo>
                    <a:pt x="0" y="538378"/>
                  </a:lnTo>
                  <a:lnTo>
                    <a:pt x="2095" y="587552"/>
                  </a:lnTo>
                  <a:lnTo>
                    <a:pt x="8509" y="635495"/>
                  </a:lnTo>
                  <a:lnTo>
                    <a:pt x="19024" y="682040"/>
                  </a:lnTo>
                  <a:lnTo>
                    <a:pt x="33477" y="726973"/>
                  </a:lnTo>
                  <a:lnTo>
                    <a:pt x="51650" y="770102"/>
                  </a:lnTo>
                  <a:lnTo>
                    <a:pt x="73380" y="811250"/>
                  </a:lnTo>
                  <a:lnTo>
                    <a:pt x="98437" y="850214"/>
                  </a:lnTo>
                  <a:lnTo>
                    <a:pt x="126657" y="886802"/>
                  </a:lnTo>
                  <a:lnTo>
                    <a:pt x="157835" y="920826"/>
                  </a:lnTo>
                  <a:lnTo>
                    <a:pt x="191782" y="952080"/>
                  </a:lnTo>
                  <a:lnTo>
                    <a:pt x="228295" y="980376"/>
                  </a:lnTo>
                  <a:lnTo>
                    <a:pt x="267195" y="1005535"/>
                  </a:lnTo>
                  <a:lnTo>
                    <a:pt x="308279" y="1027353"/>
                  </a:lnTo>
                  <a:lnTo>
                    <a:pt x="351370" y="1045629"/>
                  </a:lnTo>
                  <a:lnTo>
                    <a:pt x="396252" y="1060183"/>
                  </a:lnTo>
                  <a:lnTo>
                    <a:pt x="442747" y="1070825"/>
                  </a:lnTo>
                  <a:lnTo>
                    <a:pt x="490664" y="1077341"/>
                  </a:lnTo>
                  <a:lnTo>
                    <a:pt x="539800" y="1079563"/>
                  </a:lnTo>
                  <a:lnTo>
                    <a:pt x="587946" y="1077429"/>
                  </a:lnTo>
                  <a:lnTo>
                    <a:pt x="634923" y="1071168"/>
                  </a:lnTo>
                  <a:lnTo>
                    <a:pt x="680554" y="1060945"/>
                  </a:lnTo>
                  <a:lnTo>
                    <a:pt x="724649" y="1046949"/>
                  </a:lnTo>
                  <a:lnTo>
                    <a:pt x="767016" y="1029373"/>
                  </a:lnTo>
                  <a:lnTo>
                    <a:pt x="807504" y="1008380"/>
                  </a:lnTo>
                  <a:lnTo>
                    <a:pt x="845908" y="984148"/>
                  </a:lnTo>
                  <a:lnTo>
                    <a:pt x="882053" y="956881"/>
                  </a:lnTo>
                  <a:lnTo>
                    <a:pt x="915746" y="926744"/>
                  </a:lnTo>
                  <a:lnTo>
                    <a:pt x="946835" y="893914"/>
                  </a:lnTo>
                  <a:lnTo>
                    <a:pt x="975106" y="858596"/>
                  </a:lnTo>
                  <a:lnTo>
                    <a:pt x="1000404" y="820940"/>
                  </a:lnTo>
                  <a:lnTo>
                    <a:pt x="1022527" y="781151"/>
                  </a:lnTo>
                  <a:lnTo>
                    <a:pt x="1041298" y="739406"/>
                  </a:lnTo>
                  <a:lnTo>
                    <a:pt x="1056551" y="695883"/>
                  </a:lnTo>
                  <a:lnTo>
                    <a:pt x="1068095" y="650760"/>
                  </a:lnTo>
                  <a:lnTo>
                    <a:pt x="1239316" y="574294"/>
                  </a:lnTo>
                  <a:lnTo>
                    <a:pt x="1256118" y="559752"/>
                  </a:lnTo>
                  <a:lnTo>
                    <a:pt x="1261719" y="539775"/>
                  </a:lnTo>
                  <a:close/>
                </a:path>
              </a:pathLst>
            </a:custGeom>
            <a:solidFill>
              <a:srgbClr val="13975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7" name="object 27"/>
          <p:cNvSpPr/>
          <p:nvPr/>
        </p:nvSpPr>
        <p:spPr>
          <a:xfrm>
            <a:off x="0" y="9604285"/>
            <a:ext cx="2999740" cy="683260"/>
          </a:xfrm>
          <a:custGeom>
            <a:avLst/>
            <a:gdLst/>
            <a:ahLst/>
            <a:cxnLst/>
            <a:rect l="l" t="t" r="r" b="b"/>
            <a:pathLst>
              <a:path w="2999740" h="683259">
                <a:moveTo>
                  <a:pt x="2999536" y="682726"/>
                </a:moveTo>
                <a:lnTo>
                  <a:pt x="2754541" y="353606"/>
                </a:lnTo>
                <a:lnTo>
                  <a:pt x="535724" y="353606"/>
                </a:lnTo>
                <a:lnTo>
                  <a:pt x="285750" y="0"/>
                </a:lnTo>
                <a:lnTo>
                  <a:pt x="0" y="0"/>
                </a:lnTo>
                <a:lnTo>
                  <a:pt x="0" y="353606"/>
                </a:lnTo>
                <a:lnTo>
                  <a:pt x="0" y="682726"/>
                </a:lnTo>
                <a:lnTo>
                  <a:pt x="768400" y="682726"/>
                </a:lnTo>
                <a:lnTo>
                  <a:pt x="2999536" y="682726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16002000" y="8801100"/>
            <a:ext cx="236220" cy="357505"/>
          </a:xfrm>
          <a:custGeom>
            <a:avLst/>
            <a:gdLst/>
            <a:ahLst/>
            <a:cxnLst/>
            <a:rect l="l" t="t" r="r" b="b"/>
            <a:pathLst>
              <a:path w="236220" h="357505">
                <a:moveTo>
                  <a:pt x="29283" y="356903"/>
                </a:moveTo>
                <a:lnTo>
                  <a:pt x="0" y="330900"/>
                </a:lnTo>
                <a:lnTo>
                  <a:pt x="0" y="26138"/>
                </a:lnTo>
                <a:lnTo>
                  <a:pt x="29284" y="0"/>
                </a:lnTo>
                <a:lnTo>
                  <a:pt x="36242" y="1862"/>
                </a:lnTo>
                <a:lnTo>
                  <a:pt x="42652" y="5739"/>
                </a:lnTo>
                <a:lnTo>
                  <a:pt x="230123" y="158116"/>
                </a:lnTo>
                <a:lnTo>
                  <a:pt x="236208" y="163162"/>
                </a:lnTo>
                <a:lnTo>
                  <a:pt x="236208" y="193870"/>
                </a:lnTo>
                <a:lnTo>
                  <a:pt x="230123" y="198767"/>
                </a:lnTo>
                <a:lnTo>
                  <a:pt x="127657" y="282218"/>
                </a:lnTo>
                <a:lnTo>
                  <a:pt x="42652" y="351144"/>
                </a:lnTo>
                <a:lnTo>
                  <a:pt x="36242" y="355024"/>
                </a:lnTo>
                <a:lnTo>
                  <a:pt x="29283" y="356903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16383000" y="8801100"/>
            <a:ext cx="236220" cy="357505"/>
          </a:xfrm>
          <a:custGeom>
            <a:avLst/>
            <a:gdLst/>
            <a:ahLst/>
            <a:cxnLst/>
            <a:rect l="l" t="t" r="r" b="b"/>
            <a:pathLst>
              <a:path w="236220" h="357505">
                <a:moveTo>
                  <a:pt x="29283" y="356903"/>
                </a:moveTo>
                <a:lnTo>
                  <a:pt x="0" y="330900"/>
                </a:lnTo>
                <a:lnTo>
                  <a:pt x="0" y="26138"/>
                </a:lnTo>
                <a:lnTo>
                  <a:pt x="29284" y="0"/>
                </a:lnTo>
                <a:lnTo>
                  <a:pt x="36242" y="1862"/>
                </a:lnTo>
                <a:lnTo>
                  <a:pt x="42652" y="5739"/>
                </a:lnTo>
                <a:lnTo>
                  <a:pt x="230123" y="158116"/>
                </a:lnTo>
                <a:lnTo>
                  <a:pt x="236208" y="163162"/>
                </a:lnTo>
                <a:lnTo>
                  <a:pt x="236208" y="193870"/>
                </a:lnTo>
                <a:lnTo>
                  <a:pt x="230123" y="198767"/>
                </a:lnTo>
                <a:lnTo>
                  <a:pt x="127657" y="282218"/>
                </a:lnTo>
                <a:lnTo>
                  <a:pt x="42652" y="351144"/>
                </a:lnTo>
                <a:lnTo>
                  <a:pt x="36242" y="355024"/>
                </a:lnTo>
                <a:lnTo>
                  <a:pt x="29283" y="356903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16647077" y="-28126"/>
            <a:ext cx="947419" cy="1870710"/>
          </a:xfrm>
          <a:custGeom>
            <a:avLst/>
            <a:gdLst/>
            <a:ahLst/>
            <a:cxnLst/>
            <a:rect l="l" t="t" r="r" b="b"/>
            <a:pathLst>
              <a:path w="947420" h="1870710">
                <a:moveTo>
                  <a:pt x="0" y="1601296"/>
                </a:moveTo>
                <a:lnTo>
                  <a:pt x="0" y="0"/>
                </a:lnTo>
                <a:lnTo>
                  <a:pt x="947323" y="0"/>
                </a:lnTo>
                <a:lnTo>
                  <a:pt x="947323" y="1601296"/>
                </a:lnTo>
                <a:lnTo>
                  <a:pt x="481352" y="1870348"/>
                </a:lnTo>
                <a:lnTo>
                  <a:pt x="466017" y="1870348"/>
                </a:lnTo>
                <a:lnTo>
                  <a:pt x="0" y="1601296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 txBox="1"/>
          <p:nvPr/>
        </p:nvSpPr>
        <p:spPr>
          <a:xfrm>
            <a:off x="6643730" y="545417"/>
            <a:ext cx="7994015" cy="1248227"/>
          </a:xfrm>
          <a:prstGeom prst="rect">
            <a:avLst/>
          </a:prstGeom>
        </p:spPr>
        <p:txBody>
          <a:bodyPr vert="horz" wrap="square" lIns="0" tIns="43815" rIns="0" bIns="0" rtlCol="0">
            <a:spAutoFit/>
          </a:bodyPr>
          <a:lstStyle/>
          <a:p>
            <a:pPr marL="12700" marR="669925">
              <a:lnSpc>
                <a:spcPts val="10200"/>
              </a:lnSpc>
              <a:spcBef>
                <a:spcPts val="345"/>
              </a:spcBef>
            </a:pPr>
            <a:r>
              <a:rPr lang="en-US" sz="8400" b="1" spc="-345" dirty="0">
                <a:solidFill>
                  <a:srgbClr val="FFFFFF"/>
                </a:solidFill>
                <a:latin typeface="Bahnschrift" panose="020B0502040204020203" pitchFamily="34" charset="0"/>
                <a:cs typeface="Tahoma"/>
              </a:rPr>
              <a:t>OBJECTIVES</a:t>
            </a:r>
            <a:endParaRPr sz="1950" dirty="0">
              <a:latin typeface="Bahnschrift" panose="020B0502040204020203" pitchFamily="34" charset="0"/>
              <a:cs typeface="Verdana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672534" y="3865450"/>
            <a:ext cx="207867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chemeClr val="bg1"/>
                </a:solidFill>
                <a:latin typeface="Arial Black" panose="020B0A04020102020204" pitchFamily="34" charset="0"/>
              </a:rPr>
              <a:t>01</a:t>
            </a:r>
          </a:p>
        </p:txBody>
      </p:sp>
      <p:sp>
        <p:nvSpPr>
          <p:cNvPr id="52" name="object 23"/>
          <p:cNvSpPr/>
          <p:nvPr/>
        </p:nvSpPr>
        <p:spPr>
          <a:xfrm>
            <a:off x="4543140" y="3288459"/>
            <a:ext cx="4947954" cy="1704620"/>
          </a:xfrm>
          <a:custGeom>
            <a:avLst/>
            <a:gdLst/>
            <a:ahLst/>
            <a:cxnLst/>
            <a:rect l="l" t="t" r="r" b="b"/>
            <a:pathLst>
              <a:path w="2284094" h="962660">
                <a:moveTo>
                  <a:pt x="1802554" y="962649"/>
                </a:moveTo>
                <a:lnTo>
                  <a:pt x="0" y="962649"/>
                </a:lnTo>
                <a:lnTo>
                  <a:pt x="0" y="0"/>
                </a:lnTo>
                <a:lnTo>
                  <a:pt x="1802554" y="0"/>
                </a:lnTo>
                <a:lnTo>
                  <a:pt x="1851696" y="2489"/>
                </a:lnTo>
                <a:lnTo>
                  <a:pt x="1899435" y="9796"/>
                </a:lnTo>
                <a:lnTo>
                  <a:pt x="1945527" y="21676"/>
                </a:lnTo>
                <a:lnTo>
                  <a:pt x="1989727" y="37885"/>
                </a:lnTo>
                <a:lnTo>
                  <a:pt x="2031793" y="58179"/>
                </a:lnTo>
                <a:lnTo>
                  <a:pt x="2071480" y="82315"/>
                </a:lnTo>
                <a:lnTo>
                  <a:pt x="2108544" y="110049"/>
                </a:lnTo>
                <a:lnTo>
                  <a:pt x="2142742" y="141137"/>
                </a:lnTo>
                <a:lnTo>
                  <a:pt x="2173830" y="175335"/>
                </a:lnTo>
                <a:lnTo>
                  <a:pt x="2201564" y="212399"/>
                </a:lnTo>
                <a:lnTo>
                  <a:pt x="2225700" y="252086"/>
                </a:lnTo>
                <a:lnTo>
                  <a:pt x="2245994" y="294151"/>
                </a:lnTo>
                <a:lnTo>
                  <a:pt x="2262203" y="338352"/>
                </a:lnTo>
                <a:lnTo>
                  <a:pt x="2274083" y="384443"/>
                </a:lnTo>
                <a:lnTo>
                  <a:pt x="2281389" y="432182"/>
                </a:lnTo>
                <a:lnTo>
                  <a:pt x="2283879" y="481324"/>
                </a:lnTo>
                <a:lnTo>
                  <a:pt x="2281389" y="530466"/>
                </a:lnTo>
                <a:lnTo>
                  <a:pt x="2274083" y="578205"/>
                </a:lnTo>
                <a:lnTo>
                  <a:pt x="2262203" y="624297"/>
                </a:lnTo>
                <a:lnTo>
                  <a:pt x="2245994" y="668497"/>
                </a:lnTo>
                <a:lnTo>
                  <a:pt x="2225700" y="710563"/>
                </a:lnTo>
                <a:lnTo>
                  <a:pt x="2201564" y="750249"/>
                </a:lnTo>
                <a:lnTo>
                  <a:pt x="2173830" y="787314"/>
                </a:lnTo>
                <a:lnTo>
                  <a:pt x="2142742" y="821512"/>
                </a:lnTo>
                <a:lnTo>
                  <a:pt x="2108544" y="852600"/>
                </a:lnTo>
                <a:lnTo>
                  <a:pt x="2071480" y="880333"/>
                </a:lnTo>
                <a:lnTo>
                  <a:pt x="2031793" y="904469"/>
                </a:lnTo>
                <a:lnTo>
                  <a:pt x="1989727" y="924764"/>
                </a:lnTo>
                <a:lnTo>
                  <a:pt x="1945527" y="940973"/>
                </a:lnTo>
                <a:lnTo>
                  <a:pt x="1899435" y="952853"/>
                </a:lnTo>
                <a:lnTo>
                  <a:pt x="1851696" y="960159"/>
                </a:lnTo>
                <a:lnTo>
                  <a:pt x="1802554" y="96264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7" name="TextBox 56"/>
          <p:cNvSpPr txBox="1"/>
          <p:nvPr/>
        </p:nvSpPr>
        <p:spPr>
          <a:xfrm rot="10800000" flipV="1">
            <a:off x="2064212" y="3487582"/>
            <a:ext cx="6241588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 rtl="0"/>
            <a:r>
              <a:rPr lang="en-US" sz="2400" b="1" dirty="0">
                <a:solidFill>
                  <a:schemeClr val="accent6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To identify real factors/issues concerning the water management and crop monitoring in modern agriculture.</a:t>
            </a:r>
          </a:p>
          <a:p>
            <a:pPr algn="ctr"/>
            <a:endParaRPr lang="en-US" sz="2400" b="1" dirty="0">
              <a:solidFill>
                <a:schemeClr val="accent3">
                  <a:lumMod val="50000"/>
                </a:schemeClr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0" name="TextBox 59"/>
          <p:cNvSpPr txBox="1"/>
          <p:nvPr/>
        </p:nvSpPr>
        <p:spPr>
          <a:xfrm rot="10800000" flipV="1">
            <a:off x="10935536" y="1239377"/>
            <a:ext cx="75675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>
              <a:solidFill>
                <a:schemeClr val="accent3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61" name="object 7"/>
          <p:cNvGrpSpPr/>
          <p:nvPr/>
        </p:nvGrpSpPr>
        <p:grpSpPr>
          <a:xfrm>
            <a:off x="404406" y="6634581"/>
            <a:ext cx="4704272" cy="1890276"/>
            <a:chOff x="10496004" y="939380"/>
            <a:chExt cx="4018351" cy="1080135"/>
          </a:xfrm>
        </p:grpSpPr>
        <p:sp>
          <p:nvSpPr>
            <p:cNvPr id="62" name="object 8"/>
            <p:cNvSpPr/>
            <p:nvPr/>
          </p:nvSpPr>
          <p:spPr>
            <a:xfrm>
              <a:off x="11035826" y="958823"/>
              <a:ext cx="3478529" cy="1040765"/>
            </a:xfrm>
            <a:custGeom>
              <a:avLst/>
              <a:gdLst/>
              <a:ahLst/>
              <a:cxnLst/>
              <a:rect l="l" t="t" r="r" b="b"/>
              <a:pathLst>
                <a:path w="3478530" h="1040764">
                  <a:moveTo>
                    <a:pt x="2957865" y="1040602"/>
                  </a:moveTo>
                  <a:lnTo>
                    <a:pt x="0" y="1040602"/>
                  </a:lnTo>
                  <a:lnTo>
                    <a:pt x="0" y="0"/>
                  </a:lnTo>
                  <a:lnTo>
                    <a:pt x="2957845" y="0"/>
                  </a:lnTo>
                  <a:lnTo>
                    <a:pt x="3005223" y="2126"/>
                  </a:lnTo>
                  <a:lnTo>
                    <a:pt x="3051390" y="8382"/>
                  </a:lnTo>
                  <a:lnTo>
                    <a:pt x="3096181" y="18585"/>
                  </a:lnTo>
                  <a:lnTo>
                    <a:pt x="3139415" y="32551"/>
                  </a:lnTo>
                  <a:lnTo>
                    <a:pt x="3180906" y="50096"/>
                  </a:lnTo>
                  <a:lnTo>
                    <a:pt x="3220471" y="71036"/>
                  </a:lnTo>
                  <a:lnTo>
                    <a:pt x="3257926" y="95188"/>
                  </a:lnTo>
                  <a:lnTo>
                    <a:pt x="3293088" y="122368"/>
                  </a:lnTo>
                  <a:lnTo>
                    <a:pt x="3325773" y="152393"/>
                  </a:lnTo>
                  <a:lnTo>
                    <a:pt x="3355798" y="185078"/>
                  </a:lnTo>
                  <a:lnTo>
                    <a:pt x="3382978" y="220240"/>
                  </a:lnTo>
                  <a:lnTo>
                    <a:pt x="3407130" y="257695"/>
                  </a:lnTo>
                  <a:lnTo>
                    <a:pt x="3428070" y="297260"/>
                  </a:lnTo>
                  <a:lnTo>
                    <a:pt x="3445615" y="338751"/>
                  </a:lnTo>
                  <a:lnTo>
                    <a:pt x="3459581" y="381984"/>
                  </a:lnTo>
                  <a:lnTo>
                    <a:pt x="3469784" y="426776"/>
                  </a:lnTo>
                  <a:lnTo>
                    <a:pt x="3476040" y="472943"/>
                  </a:lnTo>
                  <a:lnTo>
                    <a:pt x="3478166" y="520301"/>
                  </a:lnTo>
                  <a:lnTo>
                    <a:pt x="3476040" y="567659"/>
                  </a:lnTo>
                  <a:lnTo>
                    <a:pt x="3469784" y="613825"/>
                  </a:lnTo>
                  <a:lnTo>
                    <a:pt x="3459581" y="658617"/>
                  </a:lnTo>
                  <a:lnTo>
                    <a:pt x="3445615" y="701850"/>
                  </a:lnTo>
                  <a:lnTo>
                    <a:pt x="3428070" y="743341"/>
                  </a:lnTo>
                  <a:lnTo>
                    <a:pt x="3407130" y="782906"/>
                  </a:lnTo>
                  <a:lnTo>
                    <a:pt x="3382978" y="820362"/>
                  </a:lnTo>
                  <a:lnTo>
                    <a:pt x="3355798" y="855524"/>
                  </a:lnTo>
                  <a:lnTo>
                    <a:pt x="3325773" y="888209"/>
                  </a:lnTo>
                  <a:lnTo>
                    <a:pt x="3293088" y="918233"/>
                  </a:lnTo>
                  <a:lnTo>
                    <a:pt x="3257926" y="945413"/>
                  </a:lnTo>
                  <a:lnTo>
                    <a:pt x="3220471" y="969565"/>
                  </a:lnTo>
                  <a:lnTo>
                    <a:pt x="3180906" y="990506"/>
                  </a:lnTo>
                  <a:lnTo>
                    <a:pt x="3139415" y="1008050"/>
                  </a:lnTo>
                  <a:lnTo>
                    <a:pt x="3096181" y="1022016"/>
                  </a:lnTo>
                  <a:lnTo>
                    <a:pt x="3051390" y="1032219"/>
                  </a:lnTo>
                  <a:lnTo>
                    <a:pt x="3005223" y="1038476"/>
                  </a:lnTo>
                  <a:lnTo>
                    <a:pt x="2957865" y="1040602"/>
                  </a:lnTo>
                  <a:close/>
                </a:path>
              </a:pathLst>
            </a:custGeom>
            <a:solidFill>
              <a:srgbClr val="13975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3" name="object 9"/>
            <p:cNvSpPr/>
            <p:nvPr/>
          </p:nvSpPr>
          <p:spPr>
            <a:xfrm>
              <a:off x="11074802" y="997800"/>
              <a:ext cx="3400425" cy="962660"/>
            </a:xfrm>
            <a:custGeom>
              <a:avLst/>
              <a:gdLst/>
              <a:ahLst/>
              <a:cxnLst/>
              <a:rect l="l" t="t" r="r" b="b"/>
              <a:pathLst>
                <a:path w="3400425" h="962660">
                  <a:moveTo>
                    <a:pt x="2918889" y="962649"/>
                  </a:moveTo>
                  <a:lnTo>
                    <a:pt x="0" y="962649"/>
                  </a:lnTo>
                  <a:lnTo>
                    <a:pt x="0" y="0"/>
                  </a:lnTo>
                  <a:lnTo>
                    <a:pt x="2918889" y="0"/>
                  </a:lnTo>
                  <a:lnTo>
                    <a:pt x="2968031" y="2489"/>
                  </a:lnTo>
                  <a:lnTo>
                    <a:pt x="3015770" y="9796"/>
                  </a:lnTo>
                  <a:lnTo>
                    <a:pt x="3061862" y="21676"/>
                  </a:lnTo>
                  <a:lnTo>
                    <a:pt x="3106062" y="37885"/>
                  </a:lnTo>
                  <a:lnTo>
                    <a:pt x="3148128" y="58179"/>
                  </a:lnTo>
                  <a:lnTo>
                    <a:pt x="3187814" y="82315"/>
                  </a:lnTo>
                  <a:lnTo>
                    <a:pt x="3224879" y="110049"/>
                  </a:lnTo>
                  <a:lnTo>
                    <a:pt x="3259077" y="141137"/>
                  </a:lnTo>
                  <a:lnTo>
                    <a:pt x="3290165" y="175335"/>
                  </a:lnTo>
                  <a:lnTo>
                    <a:pt x="3317898" y="212399"/>
                  </a:lnTo>
                  <a:lnTo>
                    <a:pt x="3342034" y="252086"/>
                  </a:lnTo>
                  <a:lnTo>
                    <a:pt x="3362329" y="294151"/>
                  </a:lnTo>
                  <a:lnTo>
                    <a:pt x="3378538" y="338352"/>
                  </a:lnTo>
                  <a:lnTo>
                    <a:pt x="3390417" y="384443"/>
                  </a:lnTo>
                  <a:lnTo>
                    <a:pt x="3397724" y="432182"/>
                  </a:lnTo>
                  <a:lnTo>
                    <a:pt x="3400214" y="481324"/>
                  </a:lnTo>
                  <a:lnTo>
                    <a:pt x="3397724" y="530466"/>
                  </a:lnTo>
                  <a:lnTo>
                    <a:pt x="3390417" y="578205"/>
                  </a:lnTo>
                  <a:lnTo>
                    <a:pt x="3378538" y="624297"/>
                  </a:lnTo>
                  <a:lnTo>
                    <a:pt x="3362329" y="668497"/>
                  </a:lnTo>
                  <a:lnTo>
                    <a:pt x="3342034" y="710563"/>
                  </a:lnTo>
                  <a:lnTo>
                    <a:pt x="3317898" y="750249"/>
                  </a:lnTo>
                  <a:lnTo>
                    <a:pt x="3290165" y="787314"/>
                  </a:lnTo>
                  <a:lnTo>
                    <a:pt x="3259077" y="821512"/>
                  </a:lnTo>
                  <a:lnTo>
                    <a:pt x="3224879" y="852600"/>
                  </a:lnTo>
                  <a:lnTo>
                    <a:pt x="3187814" y="880333"/>
                  </a:lnTo>
                  <a:lnTo>
                    <a:pt x="3148128" y="904469"/>
                  </a:lnTo>
                  <a:lnTo>
                    <a:pt x="3106062" y="924764"/>
                  </a:lnTo>
                  <a:lnTo>
                    <a:pt x="3061862" y="940973"/>
                  </a:lnTo>
                  <a:lnTo>
                    <a:pt x="3015770" y="952853"/>
                  </a:lnTo>
                  <a:lnTo>
                    <a:pt x="2968031" y="960159"/>
                  </a:lnTo>
                  <a:lnTo>
                    <a:pt x="2918889" y="96264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4" name="object 10"/>
            <p:cNvSpPr/>
            <p:nvPr/>
          </p:nvSpPr>
          <p:spPr>
            <a:xfrm>
              <a:off x="10496004" y="939380"/>
              <a:ext cx="1261745" cy="1080135"/>
            </a:xfrm>
            <a:custGeom>
              <a:avLst/>
              <a:gdLst/>
              <a:ahLst/>
              <a:cxnLst/>
              <a:rect l="l" t="t" r="r" b="b"/>
              <a:pathLst>
                <a:path w="1261745" h="1080135">
                  <a:moveTo>
                    <a:pt x="1261719" y="539775"/>
                  </a:moveTo>
                  <a:lnTo>
                    <a:pt x="1256118" y="519785"/>
                  </a:lnTo>
                  <a:lnTo>
                    <a:pt x="1239316" y="505231"/>
                  </a:lnTo>
                  <a:lnTo>
                    <a:pt x="1068095" y="428764"/>
                  </a:lnTo>
                  <a:lnTo>
                    <a:pt x="1056436" y="383247"/>
                  </a:lnTo>
                  <a:lnTo>
                    <a:pt x="1041006" y="339369"/>
                  </a:lnTo>
                  <a:lnTo>
                    <a:pt x="1021981" y="297294"/>
                  </a:lnTo>
                  <a:lnTo>
                    <a:pt x="999553" y="257213"/>
                  </a:lnTo>
                  <a:lnTo>
                    <a:pt x="973924" y="219329"/>
                  </a:lnTo>
                  <a:lnTo>
                    <a:pt x="945248" y="183807"/>
                  </a:lnTo>
                  <a:lnTo>
                    <a:pt x="913739" y="150837"/>
                  </a:lnTo>
                  <a:lnTo>
                    <a:pt x="879563" y="120624"/>
                  </a:lnTo>
                  <a:lnTo>
                    <a:pt x="842924" y="93332"/>
                  </a:lnTo>
                  <a:lnTo>
                    <a:pt x="803998" y="69164"/>
                  </a:lnTo>
                  <a:lnTo>
                    <a:pt x="762977" y="48285"/>
                  </a:lnTo>
                  <a:lnTo>
                    <a:pt x="720039" y="30911"/>
                  </a:lnTo>
                  <a:lnTo>
                    <a:pt x="675373" y="17208"/>
                  </a:lnTo>
                  <a:lnTo>
                    <a:pt x="629170" y="7366"/>
                  </a:lnTo>
                  <a:lnTo>
                    <a:pt x="581609" y="1562"/>
                  </a:lnTo>
                  <a:lnTo>
                    <a:pt x="532879" y="0"/>
                  </a:lnTo>
                  <a:lnTo>
                    <a:pt x="484454" y="2781"/>
                  </a:lnTo>
                  <a:lnTo>
                    <a:pt x="437261" y="9766"/>
                  </a:lnTo>
                  <a:lnTo>
                    <a:pt x="391452" y="20764"/>
                  </a:lnTo>
                  <a:lnTo>
                    <a:pt x="347230" y="35572"/>
                  </a:lnTo>
                  <a:lnTo>
                    <a:pt x="304800" y="54025"/>
                  </a:lnTo>
                  <a:lnTo>
                    <a:pt x="264325" y="75933"/>
                  </a:lnTo>
                  <a:lnTo>
                    <a:pt x="225996" y="101079"/>
                  </a:lnTo>
                  <a:lnTo>
                    <a:pt x="190004" y="129298"/>
                  </a:lnTo>
                  <a:lnTo>
                    <a:pt x="156552" y="160401"/>
                  </a:lnTo>
                  <a:lnTo>
                    <a:pt x="125806" y="194170"/>
                  </a:lnTo>
                  <a:lnTo>
                    <a:pt x="97955" y="230454"/>
                  </a:lnTo>
                  <a:lnTo>
                    <a:pt x="73202" y="269036"/>
                  </a:lnTo>
                  <a:lnTo>
                    <a:pt x="51714" y="309740"/>
                  </a:lnTo>
                  <a:lnTo>
                    <a:pt x="33693" y="352374"/>
                  </a:lnTo>
                  <a:lnTo>
                    <a:pt x="19329" y="396735"/>
                  </a:lnTo>
                  <a:lnTo>
                    <a:pt x="8801" y="442658"/>
                  </a:lnTo>
                  <a:lnTo>
                    <a:pt x="2298" y="489940"/>
                  </a:lnTo>
                  <a:lnTo>
                    <a:pt x="0" y="538378"/>
                  </a:lnTo>
                  <a:lnTo>
                    <a:pt x="2095" y="587552"/>
                  </a:lnTo>
                  <a:lnTo>
                    <a:pt x="8509" y="635495"/>
                  </a:lnTo>
                  <a:lnTo>
                    <a:pt x="19024" y="682040"/>
                  </a:lnTo>
                  <a:lnTo>
                    <a:pt x="33477" y="726973"/>
                  </a:lnTo>
                  <a:lnTo>
                    <a:pt x="51650" y="770102"/>
                  </a:lnTo>
                  <a:lnTo>
                    <a:pt x="73380" y="811250"/>
                  </a:lnTo>
                  <a:lnTo>
                    <a:pt x="98437" y="850214"/>
                  </a:lnTo>
                  <a:lnTo>
                    <a:pt x="126657" y="886802"/>
                  </a:lnTo>
                  <a:lnTo>
                    <a:pt x="157835" y="920826"/>
                  </a:lnTo>
                  <a:lnTo>
                    <a:pt x="191782" y="952080"/>
                  </a:lnTo>
                  <a:lnTo>
                    <a:pt x="228295" y="980376"/>
                  </a:lnTo>
                  <a:lnTo>
                    <a:pt x="267195" y="1005535"/>
                  </a:lnTo>
                  <a:lnTo>
                    <a:pt x="308279" y="1027353"/>
                  </a:lnTo>
                  <a:lnTo>
                    <a:pt x="351370" y="1045629"/>
                  </a:lnTo>
                  <a:lnTo>
                    <a:pt x="396252" y="1060183"/>
                  </a:lnTo>
                  <a:lnTo>
                    <a:pt x="442747" y="1070825"/>
                  </a:lnTo>
                  <a:lnTo>
                    <a:pt x="490664" y="1077341"/>
                  </a:lnTo>
                  <a:lnTo>
                    <a:pt x="539800" y="1079563"/>
                  </a:lnTo>
                  <a:lnTo>
                    <a:pt x="587946" y="1077429"/>
                  </a:lnTo>
                  <a:lnTo>
                    <a:pt x="634923" y="1071168"/>
                  </a:lnTo>
                  <a:lnTo>
                    <a:pt x="680554" y="1060945"/>
                  </a:lnTo>
                  <a:lnTo>
                    <a:pt x="724649" y="1046949"/>
                  </a:lnTo>
                  <a:lnTo>
                    <a:pt x="767016" y="1029373"/>
                  </a:lnTo>
                  <a:lnTo>
                    <a:pt x="807504" y="1008380"/>
                  </a:lnTo>
                  <a:lnTo>
                    <a:pt x="845908" y="984148"/>
                  </a:lnTo>
                  <a:lnTo>
                    <a:pt x="882053" y="956881"/>
                  </a:lnTo>
                  <a:lnTo>
                    <a:pt x="915746" y="926744"/>
                  </a:lnTo>
                  <a:lnTo>
                    <a:pt x="946835" y="893914"/>
                  </a:lnTo>
                  <a:lnTo>
                    <a:pt x="975106" y="858596"/>
                  </a:lnTo>
                  <a:lnTo>
                    <a:pt x="1000404" y="820940"/>
                  </a:lnTo>
                  <a:lnTo>
                    <a:pt x="1022527" y="781151"/>
                  </a:lnTo>
                  <a:lnTo>
                    <a:pt x="1041298" y="739406"/>
                  </a:lnTo>
                  <a:lnTo>
                    <a:pt x="1056551" y="695883"/>
                  </a:lnTo>
                  <a:lnTo>
                    <a:pt x="1068095" y="650760"/>
                  </a:lnTo>
                  <a:lnTo>
                    <a:pt x="1239316" y="574294"/>
                  </a:lnTo>
                  <a:lnTo>
                    <a:pt x="1256118" y="559752"/>
                  </a:lnTo>
                  <a:lnTo>
                    <a:pt x="1261719" y="539775"/>
                  </a:lnTo>
                  <a:close/>
                </a:path>
              </a:pathLst>
            </a:custGeom>
            <a:solidFill>
              <a:srgbClr val="13975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5" name="object 23"/>
          <p:cNvSpPr/>
          <p:nvPr/>
        </p:nvSpPr>
        <p:spPr>
          <a:xfrm>
            <a:off x="4519375" y="6733698"/>
            <a:ext cx="4947954" cy="1704620"/>
          </a:xfrm>
          <a:custGeom>
            <a:avLst/>
            <a:gdLst/>
            <a:ahLst/>
            <a:cxnLst/>
            <a:rect l="l" t="t" r="r" b="b"/>
            <a:pathLst>
              <a:path w="2284094" h="962660">
                <a:moveTo>
                  <a:pt x="1802554" y="962649"/>
                </a:moveTo>
                <a:lnTo>
                  <a:pt x="0" y="962649"/>
                </a:lnTo>
                <a:lnTo>
                  <a:pt x="0" y="0"/>
                </a:lnTo>
                <a:lnTo>
                  <a:pt x="1802554" y="0"/>
                </a:lnTo>
                <a:lnTo>
                  <a:pt x="1851696" y="2489"/>
                </a:lnTo>
                <a:lnTo>
                  <a:pt x="1899435" y="9796"/>
                </a:lnTo>
                <a:lnTo>
                  <a:pt x="1945527" y="21676"/>
                </a:lnTo>
                <a:lnTo>
                  <a:pt x="1989727" y="37885"/>
                </a:lnTo>
                <a:lnTo>
                  <a:pt x="2031793" y="58179"/>
                </a:lnTo>
                <a:lnTo>
                  <a:pt x="2071480" y="82315"/>
                </a:lnTo>
                <a:lnTo>
                  <a:pt x="2108544" y="110049"/>
                </a:lnTo>
                <a:lnTo>
                  <a:pt x="2142742" y="141137"/>
                </a:lnTo>
                <a:lnTo>
                  <a:pt x="2173830" y="175335"/>
                </a:lnTo>
                <a:lnTo>
                  <a:pt x="2201564" y="212399"/>
                </a:lnTo>
                <a:lnTo>
                  <a:pt x="2225700" y="252086"/>
                </a:lnTo>
                <a:lnTo>
                  <a:pt x="2245994" y="294151"/>
                </a:lnTo>
                <a:lnTo>
                  <a:pt x="2262203" y="338352"/>
                </a:lnTo>
                <a:lnTo>
                  <a:pt x="2274083" y="384443"/>
                </a:lnTo>
                <a:lnTo>
                  <a:pt x="2281389" y="432182"/>
                </a:lnTo>
                <a:lnTo>
                  <a:pt x="2283879" y="481324"/>
                </a:lnTo>
                <a:lnTo>
                  <a:pt x="2281389" y="530466"/>
                </a:lnTo>
                <a:lnTo>
                  <a:pt x="2274083" y="578205"/>
                </a:lnTo>
                <a:lnTo>
                  <a:pt x="2262203" y="624297"/>
                </a:lnTo>
                <a:lnTo>
                  <a:pt x="2245994" y="668497"/>
                </a:lnTo>
                <a:lnTo>
                  <a:pt x="2225700" y="710563"/>
                </a:lnTo>
                <a:lnTo>
                  <a:pt x="2201564" y="750249"/>
                </a:lnTo>
                <a:lnTo>
                  <a:pt x="2173830" y="787314"/>
                </a:lnTo>
                <a:lnTo>
                  <a:pt x="2142742" y="821512"/>
                </a:lnTo>
                <a:lnTo>
                  <a:pt x="2108544" y="852600"/>
                </a:lnTo>
                <a:lnTo>
                  <a:pt x="2071480" y="880333"/>
                </a:lnTo>
                <a:lnTo>
                  <a:pt x="2031793" y="904469"/>
                </a:lnTo>
                <a:lnTo>
                  <a:pt x="1989727" y="924764"/>
                </a:lnTo>
                <a:lnTo>
                  <a:pt x="1945527" y="940973"/>
                </a:lnTo>
                <a:lnTo>
                  <a:pt x="1899435" y="952853"/>
                </a:lnTo>
                <a:lnTo>
                  <a:pt x="1851696" y="960159"/>
                </a:lnTo>
                <a:lnTo>
                  <a:pt x="1802554" y="96264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75" name="object 7"/>
          <p:cNvGrpSpPr/>
          <p:nvPr/>
        </p:nvGrpSpPr>
        <p:grpSpPr>
          <a:xfrm>
            <a:off x="10363200" y="3147605"/>
            <a:ext cx="4704272" cy="1890276"/>
            <a:chOff x="10496004" y="939380"/>
            <a:chExt cx="4018351" cy="1080135"/>
          </a:xfrm>
        </p:grpSpPr>
        <p:sp>
          <p:nvSpPr>
            <p:cNvPr id="76" name="object 8"/>
            <p:cNvSpPr/>
            <p:nvPr/>
          </p:nvSpPr>
          <p:spPr>
            <a:xfrm>
              <a:off x="11035826" y="958823"/>
              <a:ext cx="3478529" cy="1040765"/>
            </a:xfrm>
            <a:custGeom>
              <a:avLst/>
              <a:gdLst/>
              <a:ahLst/>
              <a:cxnLst/>
              <a:rect l="l" t="t" r="r" b="b"/>
              <a:pathLst>
                <a:path w="3478530" h="1040764">
                  <a:moveTo>
                    <a:pt x="2957865" y="1040602"/>
                  </a:moveTo>
                  <a:lnTo>
                    <a:pt x="0" y="1040602"/>
                  </a:lnTo>
                  <a:lnTo>
                    <a:pt x="0" y="0"/>
                  </a:lnTo>
                  <a:lnTo>
                    <a:pt x="2957845" y="0"/>
                  </a:lnTo>
                  <a:lnTo>
                    <a:pt x="3005223" y="2126"/>
                  </a:lnTo>
                  <a:lnTo>
                    <a:pt x="3051390" y="8382"/>
                  </a:lnTo>
                  <a:lnTo>
                    <a:pt x="3096181" y="18585"/>
                  </a:lnTo>
                  <a:lnTo>
                    <a:pt x="3139415" y="32551"/>
                  </a:lnTo>
                  <a:lnTo>
                    <a:pt x="3180906" y="50096"/>
                  </a:lnTo>
                  <a:lnTo>
                    <a:pt x="3220471" y="71036"/>
                  </a:lnTo>
                  <a:lnTo>
                    <a:pt x="3257926" y="95188"/>
                  </a:lnTo>
                  <a:lnTo>
                    <a:pt x="3293088" y="122368"/>
                  </a:lnTo>
                  <a:lnTo>
                    <a:pt x="3325773" y="152393"/>
                  </a:lnTo>
                  <a:lnTo>
                    <a:pt x="3355798" y="185078"/>
                  </a:lnTo>
                  <a:lnTo>
                    <a:pt x="3382978" y="220240"/>
                  </a:lnTo>
                  <a:lnTo>
                    <a:pt x="3407130" y="257695"/>
                  </a:lnTo>
                  <a:lnTo>
                    <a:pt x="3428070" y="297260"/>
                  </a:lnTo>
                  <a:lnTo>
                    <a:pt x="3445615" y="338751"/>
                  </a:lnTo>
                  <a:lnTo>
                    <a:pt x="3459581" y="381984"/>
                  </a:lnTo>
                  <a:lnTo>
                    <a:pt x="3469784" y="426776"/>
                  </a:lnTo>
                  <a:lnTo>
                    <a:pt x="3476040" y="472943"/>
                  </a:lnTo>
                  <a:lnTo>
                    <a:pt x="3478166" y="520301"/>
                  </a:lnTo>
                  <a:lnTo>
                    <a:pt x="3476040" y="567659"/>
                  </a:lnTo>
                  <a:lnTo>
                    <a:pt x="3469784" y="613825"/>
                  </a:lnTo>
                  <a:lnTo>
                    <a:pt x="3459581" y="658617"/>
                  </a:lnTo>
                  <a:lnTo>
                    <a:pt x="3445615" y="701850"/>
                  </a:lnTo>
                  <a:lnTo>
                    <a:pt x="3428070" y="743341"/>
                  </a:lnTo>
                  <a:lnTo>
                    <a:pt x="3407130" y="782906"/>
                  </a:lnTo>
                  <a:lnTo>
                    <a:pt x="3382978" y="820362"/>
                  </a:lnTo>
                  <a:lnTo>
                    <a:pt x="3355798" y="855524"/>
                  </a:lnTo>
                  <a:lnTo>
                    <a:pt x="3325773" y="888209"/>
                  </a:lnTo>
                  <a:lnTo>
                    <a:pt x="3293088" y="918233"/>
                  </a:lnTo>
                  <a:lnTo>
                    <a:pt x="3257926" y="945413"/>
                  </a:lnTo>
                  <a:lnTo>
                    <a:pt x="3220471" y="969565"/>
                  </a:lnTo>
                  <a:lnTo>
                    <a:pt x="3180906" y="990506"/>
                  </a:lnTo>
                  <a:lnTo>
                    <a:pt x="3139415" y="1008050"/>
                  </a:lnTo>
                  <a:lnTo>
                    <a:pt x="3096181" y="1022016"/>
                  </a:lnTo>
                  <a:lnTo>
                    <a:pt x="3051390" y="1032219"/>
                  </a:lnTo>
                  <a:lnTo>
                    <a:pt x="3005223" y="1038476"/>
                  </a:lnTo>
                  <a:lnTo>
                    <a:pt x="2957865" y="1040602"/>
                  </a:lnTo>
                  <a:close/>
                </a:path>
              </a:pathLst>
            </a:custGeom>
            <a:solidFill>
              <a:srgbClr val="13975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7" name="object 9"/>
            <p:cNvSpPr/>
            <p:nvPr/>
          </p:nvSpPr>
          <p:spPr>
            <a:xfrm>
              <a:off x="11074802" y="997800"/>
              <a:ext cx="3400425" cy="962660"/>
            </a:xfrm>
            <a:custGeom>
              <a:avLst/>
              <a:gdLst/>
              <a:ahLst/>
              <a:cxnLst/>
              <a:rect l="l" t="t" r="r" b="b"/>
              <a:pathLst>
                <a:path w="3400425" h="962660">
                  <a:moveTo>
                    <a:pt x="2918889" y="962649"/>
                  </a:moveTo>
                  <a:lnTo>
                    <a:pt x="0" y="962649"/>
                  </a:lnTo>
                  <a:lnTo>
                    <a:pt x="0" y="0"/>
                  </a:lnTo>
                  <a:lnTo>
                    <a:pt x="2918889" y="0"/>
                  </a:lnTo>
                  <a:lnTo>
                    <a:pt x="2968031" y="2489"/>
                  </a:lnTo>
                  <a:lnTo>
                    <a:pt x="3015770" y="9796"/>
                  </a:lnTo>
                  <a:lnTo>
                    <a:pt x="3061862" y="21676"/>
                  </a:lnTo>
                  <a:lnTo>
                    <a:pt x="3106062" y="37885"/>
                  </a:lnTo>
                  <a:lnTo>
                    <a:pt x="3148128" y="58179"/>
                  </a:lnTo>
                  <a:lnTo>
                    <a:pt x="3187814" y="82315"/>
                  </a:lnTo>
                  <a:lnTo>
                    <a:pt x="3224879" y="110049"/>
                  </a:lnTo>
                  <a:lnTo>
                    <a:pt x="3259077" y="141137"/>
                  </a:lnTo>
                  <a:lnTo>
                    <a:pt x="3290165" y="175335"/>
                  </a:lnTo>
                  <a:lnTo>
                    <a:pt x="3317898" y="212399"/>
                  </a:lnTo>
                  <a:lnTo>
                    <a:pt x="3342034" y="252086"/>
                  </a:lnTo>
                  <a:lnTo>
                    <a:pt x="3362329" y="294151"/>
                  </a:lnTo>
                  <a:lnTo>
                    <a:pt x="3378538" y="338352"/>
                  </a:lnTo>
                  <a:lnTo>
                    <a:pt x="3390417" y="384443"/>
                  </a:lnTo>
                  <a:lnTo>
                    <a:pt x="3397724" y="432182"/>
                  </a:lnTo>
                  <a:lnTo>
                    <a:pt x="3400214" y="481324"/>
                  </a:lnTo>
                  <a:lnTo>
                    <a:pt x="3397724" y="530466"/>
                  </a:lnTo>
                  <a:lnTo>
                    <a:pt x="3390417" y="578205"/>
                  </a:lnTo>
                  <a:lnTo>
                    <a:pt x="3378538" y="624297"/>
                  </a:lnTo>
                  <a:lnTo>
                    <a:pt x="3362329" y="668497"/>
                  </a:lnTo>
                  <a:lnTo>
                    <a:pt x="3342034" y="710563"/>
                  </a:lnTo>
                  <a:lnTo>
                    <a:pt x="3317898" y="750249"/>
                  </a:lnTo>
                  <a:lnTo>
                    <a:pt x="3290165" y="787314"/>
                  </a:lnTo>
                  <a:lnTo>
                    <a:pt x="3259077" y="821512"/>
                  </a:lnTo>
                  <a:lnTo>
                    <a:pt x="3224879" y="852600"/>
                  </a:lnTo>
                  <a:lnTo>
                    <a:pt x="3187814" y="880333"/>
                  </a:lnTo>
                  <a:lnTo>
                    <a:pt x="3148128" y="904469"/>
                  </a:lnTo>
                  <a:lnTo>
                    <a:pt x="3106062" y="924764"/>
                  </a:lnTo>
                  <a:lnTo>
                    <a:pt x="3061862" y="940973"/>
                  </a:lnTo>
                  <a:lnTo>
                    <a:pt x="3015770" y="952853"/>
                  </a:lnTo>
                  <a:lnTo>
                    <a:pt x="2968031" y="960159"/>
                  </a:lnTo>
                  <a:lnTo>
                    <a:pt x="2918889" y="96264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8" name="object 10"/>
            <p:cNvSpPr/>
            <p:nvPr/>
          </p:nvSpPr>
          <p:spPr>
            <a:xfrm>
              <a:off x="10496004" y="939380"/>
              <a:ext cx="1261745" cy="1080135"/>
            </a:xfrm>
            <a:custGeom>
              <a:avLst/>
              <a:gdLst/>
              <a:ahLst/>
              <a:cxnLst/>
              <a:rect l="l" t="t" r="r" b="b"/>
              <a:pathLst>
                <a:path w="1261745" h="1080135">
                  <a:moveTo>
                    <a:pt x="1261719" y="539775"/>
                  </a:moveTo>
                  <a:lnTo>
                    <a:pt x="1256118" y="519785"/>
                  </a:lnTo>
                  <a:lnTo>
                    <a:pt x="1239316" y="505231"/>
                  </a:lnTo>
                  <a:lnTo>
                    <a:pt x="1068095" y="428764"/>
                  </a:lnTo>
                  <a:lnTo>
                    <a:pt x="1056436" y="383247"/>
                  </a:lnTo>
                  <a:lnTo>
                    <a:pt x="1041006" y="339369"/>
                  </a:lnTo>
                  <a:lnTo>
                    <a:pt x="1021981" y="297294"/>
                  </a:lnTo>
                  <a:lnTo>
                    <a:pt x="999553" y="257213"/>
                  </a:lnTo>
                  <a:lnTo>
                    <a:pt x="973924" y="219329"/>
                  </a:lnTo>
                  <a:lnTo>
                    <a:pt x="945248" y="183807"/>
                  </a:lnTo>
                  <a:lnTo>
                    <a:pt x="913739" y="150837"/>
                  </a:lnTo>
                  <a:lnTo>
                    <a:pt x="879563" y="120624"/>
                  </a:lnTo>
                  <a:lnTo>
                    <a:pt x="842924" y="93332"/>
                  </a:lnTo>
                  <a:lnTo>
                    <a:pt x="803998" y="69164"/>
                  </a:lnTo>
                  <a:lnTo>
                    <a:pt x="762977" y="48285"/>
                  </a:lnTo>
                  <a:lnTo>
                    <a:pt x="720039" y="30911"/>
                  </a:lnTo>
                  <a:lnTo>
                    <a:pt x="675373" y="17208"/>
                  </a:lnTo>
                  <a:lnTo>
                    <a:pt x="629170" y="7366"/>
                  </a:lnTo>
                  <a:lnTo>
                    <a:pt x="581609" y="1562"/>
                  </a:lnTo>
                  <a:lnTo>
                    <a:pt x="532879" y="0"/>
                  </a:lnTo>
                  <a:lnTo>
                    <a:pt x="484454" y="2781"/>
                  </a:lnTo>
                  <a:lnTo>
                    <a:pt x="437261" y="9766"/>
                  </a:lnTo>
                  <a:lnTo>
                    <a:pt x="391452" y="20764"/>
                  </a:lnTo>
                  <a:lnTo>
                    <a:pt x="347230" y="35572"/>
                  </a:lnTo>
                  <a:lnTo>
                    <a:pt x="304800" y="54025"/>
                  </a:lnTo>
                  <a:lnTo>
                    <a:pt x="264325" y="75933"/>
                  </a:lnTo>
                  <a:lnTo>
                    <a:pt x="225996" y="101079"/>
                  </a:lnTo>
                  <a:lnTo>
                    <a:pt x="190004" y="129298"/>
                  </a:lnTo>
                  <a:lnTo>
                    <a:pt x="156552" y="160401"/>
                  </a:lnTo>
                  <a:lnTo>
                    <a:pt x="125806" y="194170"/>
                  </a:lnTo>
                  <a:lnTo>
                    <a:pt x="97955" y="230454"/>
                  </a:lnTo>
                  <a:lnTo>
                    <a:pt x="73202" y="269036"/>
                  </a:lnTo>
                  <a:lnTo>
                    <a:pt x="51714" y="309740"/>
                  </a:lnTo>
                  <a:lnTo>
                    <a:pt x="33693" y="352374"/>
                  </a:lnTo>
                  <a:lnTo>
                    <a:pt x="19329" y="396735"/>
                  </a:lnTo>
                  <a:lnTo>
                    <a:pt x="8801" y="442658"/>
                  </a:lnTo>
                  <a:lnTo>
                    <a:pt x="2298" y="489940"/>
                  </a:lnTo>
                  <a:lnTo>
                    <a:pt x="0" y="538378"/>
                  </a:lnTo>
                  <a:lnTo>
                    <a:pt x="2095" y="587552"/>
                  </a:lnTo>
                  <a:lnTo>
                    <a:pt x="8509" y="635495"/>
                  </a:lnTo>
                  <a:lnTo>
                    <a:pt x="19024" y="682040"/>
                  </a:lnTo>
                  <a:lnTo>
                    <a:pt x="33477" y="726973"/>
                  </a:lnTo>
                  <a:lnTo>
                    <a:pt x="51650" y="770102"/>
                  </a:lnTo>
                  <a:lnTo>
                    <a:pt x="73380" y="811250"/>
                  </a:lnTo>
                  <a:lnTo>
                    <a:pt x="98437" y="850214"/>
                  </a:lnTo>
                  <a:lnTo>
                    <a:pt x="126657" y="886802"/>
                  </a:lnTo>
                  <a:lnTo>
                    <a:pt x="157835" y="920826"/>
                  </a:lnTo>
                  <a:lnTo>
                    <a:pt x="191782" y="952080"/>
                  </a:lnTo>
                  <a:lnTo>
                    <a:pt x="228295" y="980376"/>
                  </a:lnTo>
                  <a:lnTo>
                    <a:pt x="267195" y="1005535"/>
                  </a:lnTo>
                  <a:lnTo>
                    <a:pt x="308279" y="1027353"/>
                  </a:lnTo>
                  <a:lnTo>
                    <a:pt x="351370" y="1045629"/>
                  </a:lnTo>
                  <a:lnTo>
                    <a:pt x="396252" y="1060183"/>
                  </a:lnTo>
                  <a:lnTo>
                    <a:pt x="442747" y="1070825"/>
                  </a:lnTo>
                  <a:lnTo>
                    <a:pt x="490664" y="1077341"/>
                  </a:lnTo>
                  <a:lnTo>
                    <a:pt x="539800" y="1079563"/>
                  </a:lnTo>
                  <a:lnTo>
                    <a:pt x="587946" y="1077429"/>
                  </a:lnTo>
                  <a:lnTo>
                    <a:pt x="634923" y="1071168"/>
                  </a:lnTo>
                  <a:lnTo>
                    <a:pt x="680554" y="1060945"/>
                  </a:lnTo>
                  <a:lnTo>
                    <a:pt x="724649" y="1046949"/>
                  </a:lnTo>
                  <a:lnTo>
                    <a:pt x="767016" y="1029373"/>
                  </a:lnTo>
                  <a:lnTo>
                    <a:pt x="807504" y="1008380"/>
                  </a:lnTo>
                  <a:lnTo>
                    <a:pt x="845908" y="984148"/>
                  </a:lnTo>
                  <a:lnTo>
                    <a:pt x="882053" y="956881"/>
                  </a:lnTo>
                  <a:lnTo>
                    <a:pt x="915746" y="926744"/>
                  </a:lnTo>
                  <a:lnTo>
                    <a:pt x="946835" y="893914"/>
                  </a:lnTo>
                  <a:lnTo>
                    <a:pt x="975106" y="858596"/>
                  </a:lnTo>
                  <a:lnTo>
                    <a:pt x="1000404" y="820940"/>
                  </a:lnTo>
                  <a:lnTo>
                    <a:pt x="1022527" y="781151"/>
                  </a:lnTo>
                  <a:lnTo>
                    <a:pt x="1041298" y="739406"/>
                  </a:lnTo>
                  <a:lnTo>
                    <a:pt x="1056551" y="695883"/>
                  </a:lnTo>
                  <a:lnTo>
                    <a:pt x="1068095" y="650760"/>
                  </a:lnTo>
                  <a:lnTo>
                    <a:pt x="1239316" y="574294"/>
                  </a:lnTo>
                  <a:lnTo>
                    <a:pt x="1256118" y="559752"/>
                  </a:lnTo>
                  <a:lnTo>
                    <a:pt x="1261719" y="539775"/>
                  </a:lnTo>
                  <a:close/>
                </a:path>
              </a:pathLst>
            </a:custGeom>
            <a:solidFill>
              <a:srgbClr val="13975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9" name="object 23"/>
          <p:cNvSpPr/>
          <p:nvPr/>
        </p:nvSpPr>
        <p:spPr>
          <a:xfrm>
            <a:off x="13340046" y="3229912"/>
            <a:ext cx="4947954" cy="1704620"/>
          </a:xfrm>
          <a:custGeom>
            <a:avLst/>
            <a:gdLst/>
            <a:ahLst/>
            <a:cxnLst/>
            <a:rect l="l" t="t" r="r" b="b"/>
            <a:pathLst>
              <a:path w="2284094" h="962660">
                <a:moveTo>
                  <a:pt x="1802554" y="962649"/>
                </a:moveTo>
                <a:lnTo>
                  <a:pt x="0" y="962649"/>
                </a:lnTo>
                <a:lnTo>
                  <a:pt x="0" y="0"/>
                </a:lnTo>
                <a:lnTo>
                  <a:pt x="1802554" y="0"/>
                </a:lnTo>
                <a:lnTo>
                  <a:pt x="1851696" y="2489"/>
                </a:lnTo>
                <a:lnTo>
                  <a:pt x="1899435" y="9796"/>
                </a:lnTo>
                <a:lnTo>
                  <a:pt x="1945527" y="21676"/>
                </a:lnTo>
                <a:lnTo>
                  <a:pt x="1989727" y="37885"/>
                </a:lnTo>
                <a:lnTo>
                  <a:pt x="2031793" y="58179"/>
                </a:lnTo>
                <a:lnTo>
                  <a:pt x="2071480" y="82315"/>
                </a:lnTo>
                <a:lnTo>
                  <a:pt x="2108544" y="110049"/>
                </a:lnTo>
                <a:lnTo>
                  <a:pt x="2142742" y="141137"/>
                </a:lnTo>
                <a:lnTo>
                  <a:pt x="2173830" y="175335"/>
                </a:lnTo>
                <a:lnTo>
                  <a:pt x="2201564" y="212399"/>
                </a:lnTo>
                <a:lnTo>
                  <a:pt x="2225700" y="252086"/>
                </a:lnTo>
                <a:lnTo>
                  <a:pt x="2245994" y="294151"/>
                </a:lnTo>
                <a:lnTo>
                  <a:pt x="2262203" y="338352"/>
                </a:lnTo>
                <a:lnTo>
                  <a:pt x="2274083" y="384443"/>
                </a:lnTo>
                <a:lnTo>
                  <a:pt x="2281389" y="432182"/>
                </a:lnTo>
                <a:lnTo>
                  <a:pt x="2283879" y="481324"/>
                </a:lnTo>
                <a:lnTo>
                  <a:pt x="2281389" y="530466"/>
                </a:lnTo>
                <a:lnTo>
                  <a:pt x="2274083" y="578205"/>
                </a:lnTo>
                <a:lnTo>
                  <a:pt x="2262203" y="624297"/>
                </a:lnTo>
                <a:lnTo>
                  <a:pt x="2245994" y="668497"/>
                </a:lnTo>
                <a:lnTo>
                  <a:pt x="2225700" y="710563"/>
                </a:lnTo>
                <a:lnTo>
                  <a:pt x="2201564" y="750249"/>
                </a:lnTo>
                <a:lnTo>
                  <a:pt x="2173830" y="787314"/>
                </a:lnTo>
                <a:lnTo>
                  <a:pt x="2142742" y="821512"/>
                </a:lnTo>
                <a:lnTo>
                  <a:pt x="2108544" y="852600"/>
                </a:lnTo>
                <a:lnTo>
                  <a:pt x="2071480" y="880333"/>
                </a:lnTo>
                <a:lnTo>
                  <a:pt x="2031793" y="904469"/>
                </a:lnTo>
                <a:lnTo>
                  <a:pt x="1989727" y="924764"/>
                </a:lnTo>
                <a:lnTo>
                  <a:pt x="1945527" y="940973"/>
                </a:lnTo>
                <a:lnTo>
                  <a:pt x="1899435" y="952853"/>
                </a:lnTo>
                <a:lnTo>
                  <a:pt x="1851696" y="960159"/>
                </a:lnTo>
                <a:lnTo>
                  <a:pt x="1802554" y="96264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80" name="object 7"/>
          <p:cNvGrpSpPr/>
          <p:nvPr/>
        </p:nvGrpSpPr>
        <p:grpSpPr>
          <a:xfrm>
            <a:off x="10317393" y="6588273"/>
            <a:ext cx="4704272" cy="1890276"/>
            <a:chOff x="10496004" y="939380"/>
            <a:chExt cx="4018351" cy="1080135"/>
          </a:xfrm>
        </p:grpSpPr>
        <p:sp>
          <p:nvSpPr>
            <p:cNvPr id="81" name="object 8"/>
            <p:cNvSpPr/>
            <p:nvPr/>
          </p:nvSpPr>
          <p:spPr>
            <a:xfrm>
              <a:off x="11035826" y="958823"/>
              <a:ext cx="3478529" cy="1040765"/>
            </a:xfrm>
            <a:custGeom>
              <a:avLst/>
              <a:gdLst/>
              <a:ahLst/>
              <a:cxnLst/>
              <a:rect l="l" t="t" r="r" b="b"/>
              <a:pathLst>
                <a:path w="3478530" h="1040764">
                  <a:moveTo>
                    <a:pt x="2957865" y="1040602"/>
                  </a:moveTo>
                  <a:lnTo>
                    <a:pt x="0" y="1040602"/>
                  </a:lnTo>
                  <a:lnTo>
                    <a:pt x="0" y="0"/>
                  </a:lnTo>
                  <a:lnTo>
                    <a:pt x="2957845" y="0"/>
                  </a:lnTo>
                  <a:lnTo>
                    <a:pt x="3005223" y="2126"/>
                  </a:lnTo>
                  <a:lnTo>
                    <a:pt x="3051390" y="8382"/>
                  </a:lnTo>
                  <a:lnTo>
                    <a:pt x="3096181" y="18585"/>
                  </a:lnTo>
                  <a:lnTo>
                    <a:pt x="3139415" y="32551"/>
                  </a:lnTo>
                  <a:lnTo>
                    <a:pt x="3180906" y="50096"/>
                  </a:lnTo>
                  <a:lnTo>
                    <a:pt x="3220471" y="71036"/>
                  </a:lnTo>
                  <a:lnTo>
                    <a:pt x="3257926" y="95188"/>
                  </a:lnTo>
                  <a:lnTo>
                    <a:pt x="3293088" y="122368"/>
                  </a:lnTo>
                  <a:lnTo>
                    <a:pt x="3325773" y="152393"/>
                  </a:lnTo>
                  <a:lnTo>
                    <a:pt x="3355798" y="185078"/>
                  </a:lnTo>
                  <a:lnTo>
                    <a:pt x="3382978" y="220240"/>
                  </a:lnTo>
                  <a:lnTo>
                    <a:pt x="3407130" y="257695"/>
                  </a:lnTo>
                  <a:lnTo>
                    <a:pt x="3428070" y="297260"/>
                  </a:lnTo>
                  <a:lnTo>
                    <a:pt x="3445615" y="338751"/>
                  </a:lnTo>
                  <a:lnTo>
                    <a:pt x="3459581" y="381984"/>
                  </a:lnTo>
                  <a:lnTo>
                    <a:pt x="3469784" y="426776"/>
                  </a:lnTo>
                  <a:lnTo>
                    <a:pt x="3476040" y="472943"/>
                  </a:lnTo>
                  <a:lnTo>
                    <a:pt x="3478166" y="520301"/>
                  </a:lnTo>
                  <a:lnTo>
                    <a:pt x="3476040" y="567659"/>
                  </a:lnTo>
                  <a:lnTo>
                    <a:pt x="3469784" y="613825"/>
                  </a:lnTo>
                  <a:lnTo>
                    <a:pt x="3459581" y="658617"/>
                  </a:lnTo>
                  <a:lnTo>
                    <a:pt x="3445615" y="701850"/>
                  </a:lnTo>
                  <a:lnTo>
                    <a:pt x="3428070" y="743341"/>
                  </a:lnTo>
                  <a:lnTo>
                    <a:pt x="3407130" y="782906"/>
                  </a:lnTo>
                  <a:lnTo>
                    <a:pt x="3382978" y="820362"/>
                  </a:lnTo>
                  <a:lnTo>
                    <a:pt x="3355798" y="855524"/>
                  </a:lnTo>
                  <a:lnTo>
                    <a:pt x="3325773" y="888209"/>
                  </a:lnTo>
                  <a:lnTo>
                    <a:pt x="3293088" y="918233"/>
                  </a:lnTo>
                  <a:lnTo>
                    <a:pt x="3257926" y="945413"/>
                  </a:lnTo>
                  <a:lnTo>
                    <a:pt x="3220471" y="969565"/>
                  </a:lnTo>
                  <a:lnTo>
                    <a:pt x="3180906" y="990506"/>
                  </a:lnTo>
                  <a:lnTo>
                    <a:pt x="3139415" y="1008050"/>
                  </a:lnTo>
                  <a:lnTo>
                    <a:pt x="3096181" y="1022016"/>
                  </a:lnTo>
                  <a:lnTo>
                    <a:pt x="3051390" y="1032219"/>
                  </a:lnTo>
                  <a:lnTo>
                    <a:pt x="3005223" y="1038476"/>
                  </a:lnTo>
                  <a:lnTo>
                    <a:pt x="2957865" y="1040602"/>
                  </a:lnTo>
                  <a:close/>
                </a:path>
              </a:pathLst>
            </a:custGeom>
            <a:solidFill>
              <a:srgbClr val="13975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2" name="object 9"/>
            <p:cNvSpPr/>
            <p:nvPr/>
          </p:nvSpPr>
          <p:spPr>
            <a:xfrm>
              <a:off x="11074802" y="997800"/>
              <a:ext cx="3400425" cy="962660"/>
            </a:xfrm>
            <a:custGeom>
              <a:avLst/>
              <a:gdLst/>
              <a:ahLst/>
              <a:cxnLst/>
              <a:rect l="l" t="t" r="r" b="b"/>
              <a:pathLst>
                <a:path w="3400425" h="962660">
                  <a:moveTo>
                    <a:pt x="2918889" y="962649"/>
                  </a:moveTo>
                  <a:lnTo>
                    <a:pt x="0" y="962649"/>
                  </a:lnTo>
                  <a:lnTo>
                    <a:pt x="0" y="0"/>
                  </a:lnTo>
                  <a:lnTo>
                    <a:pt x="2918889" y="0"/>
                  </a:lnTo>
                  <a:lnTo>
                    <a:pt x="2968031" y="2489"/>
                  </a:lnTo>
                  <a:lnTo>
                    <a:pt x="3015770" y="9796"/>
                  </a:lnTo>
                  <a:lnTo>
                    <a:pt x="3061862" y="21676"/>
                  </a:lnTo>
                  <a:lnTo>
                    <a:pt x="3106062" y="37885"/>
                  </a:lnTo>
                  <a:lnTo>
                    <a:pt x="3148128" y="58179"/>
                  </a:lnTo>
                  <a:lnTo>
                    <a:pt x="3187814" y="82315"/>
                  </a:lnTo>
                  <a:lnTo>
                    <a:pt x="3224879" y="110049"/>
                  </a:lnTo>
                  <a:lnTo>
                    <a:pt x="3259077" y="141137"/>
                  </a:lnTo>
                  <a:lnTo>
                    <a:pt x="3290165" y="175335"/>
                  </a:lnTo>
                  <a:lnTo>
                    <a:pt x="3317898" y="212399"/>
                  </a:lnTo>
                  <a:lnTo>
                    <a:pt x="3342034" y="252086"/>
                  </a:lnTo>
                  <a:lnTo>
                    <a:pt x="3362329" y="294151"/>
                  </a:lnTo>
                  <a:lnTo>
                    <a:pt x="3378538" y="338352"/>
                  </a:lnTo>
                  <a:lnTo>
                    <a:pt x="3390417" y="384443"/>
                  </a:lnTo>
                  <a:lnTo>
                    <a:pt x="3397724" y="432182"/>
                  </a:lnTo>
                  <a:lnTo>
                    <a:pt x="3400214" y="481324"/>
                  </a:lnTo>
                  <a:lnTo>
                    <a:pt x="3397724" y="530466"/>
                  </a:lnTo>
                  <a:lnTo>
                    <a:pt x="3390417" y="578205"/>
                  </a:lnTo>
                  <a:lnTo>
                    <a:pt x="3378538" y="624297"/>
                  </a:lnTo>
                  <a:lnTo>
                    <a:pt x="3362329" y="668497"/>
                  </a:lnTo>
                  <a:lnTo>
                    <a:pt x="3342034" y="710563"/>
                  </a:lnTo>
                  <a:lnTo>
                    <a:pt x="3317898" y="750249"/>
                  </a:lnTo>
                  <a:lnTo>
                    <a:pt x="3290165" y="787314"/>
                  </a:lnTo>
                  <a:lnTo>
                    <a:pt x="3259077" y="821512"/>
                  </a:lnTo>
                  <a:lnTo>
                    <a:pt x="3224879" y="852600"/>
                  </a:lnTo>
                  <a:lnTo>
                    <a:pt x="3187814" y="880333"/>
                  </a:lnTo>
                  <a:lnTo>
                    <a:pt x="3148128" y="904469"/>
                  </a:lnTo>
                  <a:lnTo>
                    <a:pt x="3106062" y="924764"/>
                  </a:lnTo>
                  <a:lnTo>
                    <a:pt x="3061862" y="940973"/>
                  </a:lnTo>
                  <a:lnTo>
                    <a:pt x="3015770" y="952853"/>
                  </a:lnTo>
                  <a:lnTo>
                    <a:pt x="2968031" y="960159"/>
                  </a:lnTo>
                  <a:lnTo>
                    <a:pt x="2918889" y="96264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3" name="object 10"/>
            <p:cNvSpPr/>
            <p:nvPr/>
          </p:nvSpPr>
          <p:spPr>
            <a:xfrm>
              <a:off x="10496004" y="939380"/>
              <a:ext cx="1261745" cy="1080135"/>
            </a:xfrm>
            <a:custGeom>
              <a:avLst/>
              <a:gdLst/>
              <a:ahLst/>
              <a:cxnLst/>
              <a:rect l="l" t="t" r="r" b="b"/>
              <a:pathLst>
                <a:path w="1261745" h="1080135">
                  <a:moveTo>
                    <a:pt x="1261719" y="539775"/>
                  </a:moveTo>
                  <a:lnTo>
                    <a:pt x="1256118" y="519785"/>
                  </a:lnTo>
                  <a:lnTo>
                    <a:pt x="1239316" y="505231"/>
                  </a:lnTo>
                  <a:lnTo>
                    <a:pt x="1068095" y="428764"/>
                  </a:lnTo>
                  <a:lnTo>
                    <a:pt x="1056436" y="383247"/>
                  </a:lnTo>
                  <a:lnTo>
                    <a:pt x="1041006" y="339369"/>
                  </a:lnTo>
                  <a:lnTo>
                    <a:pt x="1021981" y="297294"/>
                  </a:lnTo>
                  <a:lnTo>
                    <a:pt x="999553" y="257213"/>
                  </a:lnTo>
                  <a:lnTo>
                    <a:pt x="973924" y="219329"/>
                  </a:lnTo>
                  <a:lnTo>
                    <a:pt x="945248" y="183807"/>
                  </a:lnTo>
                  <a:lnTo>
                    <a:pt x="913739" y="150837"/>
                  </a:lnTo>
                  <a:lnTo>
                    <a:pt x="879563" y="120624"/>
                  </a:lnTo>
                  <a:lnTo>
                    <a:pt x="842924" y="93332"/>
                  </a:lnTo>
                  <a:lnTo>
                    <a:pt x="803998" y="69164"/>
                  </a:lnTo>
                  <a:lnTo>
                    <a:pt x="762977" y="48285"/>
                  </a:lnTo>
                  <a:lnTo>
                    <a:pt x="720039" y="30911"/>
                  </a:lnTo>
                  <a:lnTo>
                    <a:pt x="675373" y="17208"/>
                  </a:lnTo>
                  <a:lnTo>
                    <a:pt x="629170" y="7366"/>
                  </a:lnTo>
                  <a:lnTo>
                    <a:pt x="581609" y="1562"/>
                  </a:lnTo>
                  <a:lnTo>
                    <a:pt x="532879" y="0"/>
                  </a:lnTo>
                  <a:lnTo>
                    <a:pt x="484454" y="2781"/>
                  </a:lnTo>
                  <a:lnTo>
                    <a:pt x="437261" y="9766"/>
                  </a:lnTo>
                  <a:lnTo>
                    <a:pt x="391452" y="20764"/>
                  </a:lnTo>
                  <a:lnTo>
                    <a:pt x="347230" y="35572"/>
                  </a:lnTo>
                  <a:lnTo>
                    <a:pt x="304800" y="54025"/>
                  </a:lnTo>
                  <a:lnTo>
                    <a:pt x="264325" y="75933"/>
                  </a:lnTo>
                  <a:lnTo>
                    <a:pt x="225996" y="101079"/>
                  </a:lnTo>
                  <a:lnTo>
                    <a:pt x="190004" y="129298"/>
                  </a:lnTo>
                  <a:lnTo>
                    <a:pt x="156552" y="160401"/>
                  </a:lnTo>
                  <a:lnTo>
                    <a:pt x="125806" y="194170"/>
                  </a:lnTo>
                  <a:lnTo>
                    <a:pt x="97955" y="230454"/>
                  </a:lnTo>
                  <a:lnTo>
                    <a:pt x="73202" y="269036"/>
                  </a:lnTo>
                  <a:lnTo>
                    <a:pt x="51714" y="309740"/>
                  </a:lnTo>
                  <a:lnTo>
                    <a:pt x="33693" y="352374"/>
                  </a:lnTo>
                  <a:lnTo>
                    <a:pt x="19329" y="396735"/>
                  </a:lnTo>
                  <a:lnTo>
                    <a:pt x="8801" y="442658"/>
                  </a:lnTo>
                  <a:lnTo>
                    <a:pt x="2298" y="489940"/>
                  </a:lnTo>
                  <a:lnTo>
                    <a:pt x="0" y="538378"/>
                  </a:lnTo>
                  <a:lnTo>
                    <a:pt x="2095" y="587552"/>
                  </a:lnTo>
                  <a:lnTo>
                    <a:pt x="8509" y="635495"/>
                  </a:lnTo>
                  <a:lnTo>
                    <a:pt x="19024" y="682040"/>
                  </a:lnTo>
                  <a:lnTo>
                    <a:pt x="33477" y="726973"/>
                  </a:lnTo>
                  <a:lnTo>
                    <a:pt x="51650" y="770102"/>
                  </a:lnTo>
                  <a:lnTo>
                    <a:pt x="73380" y="811250"/>
                  </a:lnTo>
                  <a:lnTo>
                    <a:pt x="98437" y="850214"/>
                  </a:lnTo>
                  <a:lnTo>
                    <a:pt x="126657" y="886802"/>
                  </a:lnTo>
                  <a:lnTo>
                    <a:pt x="157835" y="920826"/>
                  </a:lnTo>
                  <a:lnTo>
                    <a:pt x="191782" y="952080"/>
                  </a:lnTo>
                  <a:lnTo>
                    <a:pt x="228295" y="980376"/>
                  </a:lnTo>
                  <a:lnTo>
                    <a:pt x="267195" y="1005535"/>
                  </a:lnTo>
                  <a:lnTo>
                    <a:pt x="308279" y="1027353"/>
                  </a:lnTo>
                  <a:lnTo>
                    <a:pt x="351370" y="1045629"/>
                  </a:lnTo>
                  <a:lnTo>
                    <a:pt x="396252" y="1060183"/>
                  </a:lnTo>
                  <a:lnTo>
                    <a:pt x="442747" y="1070825"/>
                  </a:lnTo>
                  <a:lnTo>
                    <a:pt x="490664" y="1077341"/>
                  </a:lnTo>
                  <a:lnTo>
                    <a:pt x="539800" y="1079563"/>
                  </a:lnTo>
                  <a:lnTo>
                    <a:pt x="587946" y="1077429"/>
                  </a:lnTo>
                  <a:lnTo>
                    <a:pt x="634923" y="1071168"/>
                  </a:lnTo>
                  <a:lnTo>
                    <a:pt x="680554" y="1060945"/>
                  </a:lnTo>
                  <a:lnTo>
                    <a:pt x="724649" y="1046949"/>
                  </a:lnTo>
                  <a:lnTo>
                    <a:pt x="767016" y="1029373"/>
                  </a:lnTo>
                  <a:lnTo>
                    <a:pt x="807504" y="1008380"/>
                  </a:lnTo>
                  <a:lnTo>
                    <a:pt x="845908" y="984148"/>
                  </a:lnTo>
                  <a:lnTo>
                    <a:pt x="882053" y="956881"/>
                  </a:lnTo>
                  <a:lnTo>
                    <a:pt x="915746" y="926744"/>
                  </a:lnTo>
                  <a:lnTo>
                    <a:pt x="946835" y="893914"/>
                  </a:lnTo>
                  <a:lnTo>
                    <a:pt x="975106" y="858596"/>
                  </a:lnTo>
                  <a:lnTo>
                    <a:pt x="1000404" y="820940"/>
                  </a:lnTo>
                  <a:lnTo>
                    <a:pt x="1022527" y="781151"/>
                  </a:lnTo>
                  <a:lnTo>
                    <a:pt x="1041298" y="739406"/>
                  </a:lnTo>
                  <a:lnTo>
                    <a:pt x="1056551" y="695883"/>
                  </a:lnTo>
                  <a:lnTo>
                    <a:pt x="1068095" y="650760"/>
                  </a:lnTo>
                  <a:lnTo>
                    <a:pt x="1239316" y="574294"/>
                  </a:lnTo>
                  <a:lnTo>
                    <a:pt x="1256118" y="559752"/>
                  </a:lnTo>
                  <a:lnTo>
                    <a:pt x="1261719" y="539775"/>
                  </a:lnTo>
                  <a:close/>
                </a:path>
              </a:pathLst>
            </a:custGeom>
            <a:solidFill>
              <a:srgbClr val="13975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4" name="object 23"/>
          <p:cNvSpPr/>
          <p:nvPr/>
        </p:nvSpPr>
        <p:spPr>
          <a:xfrm>
            <a:off x="13340046" y="6684667"/>
            <a:ext cx="4947954" cy="1704620"/>
          </a:xfrm>
          <a:custGeom>
            <a:avLst/>
            <a:gdLst/>
            <a:ahLst/>
            <a:cxnLst/>
            <a:rect l="l" t="t" r="r" b="b"/>
            <a:pathLst>
              <a:path w="2284094" h="962660">
                <a:moveTo>
                  <a:pt x="1802554" y="962649"/>
                </a:moveTo>
                <a:lnTo>
                  <a:pt x="0" y="962649"/>
                </a:lnTo>
                <a:lnTo>
                  <a:pt x="0" y="0"/>
                </a:lnTo>
                <a:lnTo>
                  <a:pt x="1802554" y="0"/>
                </a:lnTo>
                <a:lnTo>
                  <a:pt x="1851696" y="2489"/>
                </a:lnTo>
                <a:lnTo>
                  <a:pt x="1899435" y="9796"/>
                </a:lnTo>
                <a:lnTo>
                  <a:pt x="1945527" y="21676"/>
                </a:lnTo>
                <a:lnTo>
                  <a:pt x="1989727" y="37885"/>
                </a:lnTo>
                <a:lnTo>
                  <a:pt x="2031793" y="58179"/>
                </a:lnTo>
                <a:lnTo>
                  <a:pt x="2071480" y="82315"/>
                </a:lnTo>
                <a:lnTo>
                  <a:pt x="2108544" y="110049"/>
                </a:lnTo>
                <a:lnTo>
                  <a:pt x="2142742" y="141137"/>
                </a:lnTo>
                <a:lnTo>
                  <a:pt x="2173830" y="175335"/>
                </a:lnTo>
                <a:lnTo>
                  <a:pt x="2201564" y="212399"/>
                </a:lnTo>
                <a:lnTo>
                  <a:pt x="2225700" y="252086"/>
                </a:lnTo>
                <a:lnTo>
                  <a:pt x="2245994" y="294151"/>
                </a:lnTo>
                <a:lnTo>
                  <a:pt x="2262203" y="338352"/>
                </a:lnTo>
                <a:lnTo>
                  <a:pt x="2274083" y="384443"/>
                </a:lnTo>
                <a:lnTo>
                  <a:pt x="2281389" y="432182"/>
                </a:lnTo>
                <a:lnTo>
                  <a:pt x="2283879" y="481324"/>
                </a:lnTo>
                <a:lnTo>
                  <a:pt x="2281389" y="530466"/>
                </a:lnTo>
                <a:lnTo>
                  <a:pt x="2274083" y="578205"/>
                </a:lnTo>
                <a:lnTo>
                  <a:pt x="2262203" y="624297"/>
                </a:lnTo>
                <a:lnTo>
                  <a:pt x="2245994" y="668497"/>
                </a:lnTo>
                <a:lnTo>
                  <a:pt x="2225700" y="710563"/>
                </a:lnTo>
                <a:lnTo>
                  <a:pt x="2201564" y="750249"/>
                </a:lnTo>
                <a:lnTo>
                  <a:pt x="2173830" y="787314"/>
                </a:lnTo>
                <a:lnTo>
                  <a:pt x="2142742" y="821512"/>
                </a:lnTo>
                <a:lnTo>
                  <a:pt x="2108544" y="852600"/>
                </a:lnTo>
                <a:lnTo>
                  <a:pt x="2071480" y="880333"/>
                </a:lnTo>
                <a:lnTo>
                  <a:pt x="2031793" y="904469"/>
                </a:lnTo>
                <a:lnTo>
                  <a:pt x="1989727" y="924764"/>
                </a:lnTo>
                <a:lnTo>
                  <a:pt x="1945527" y="940973"/>
                </a:lnTo>
                <a:lnTo>
                  <a:pt x="1899435" y="952853"/>
                </a:lnTo>
                <a:lnTo>
                  <a:pt x="1851696" y="960159"/>
                </a:lnTo>
                <a:lnTo>
                  <a:pt x="1802554" y="96264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5" name="TextBox 84"/>
          <p:cNvSpPr txBox="1"/>
          <p:nvPr/>
        </p:nvSpPr>
        <p:spPr>
          <a:xfrm rot="10800000" flipV="1">
            <a:off x="11876712" y="3342070"/>
            <a:ext cx="5496888" cy="17851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 rtl="0"/>
            <a:r>
              <a:rPr lang="en-US" sz="2200" b="1" dirty="0">
                <a:solidFill>
                  <a:schemeClr val="accent6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To implement drone enabled framework in lab/real world </a:t>
            </a:r>
            <a:r>
              <a:rPr lang="en-US" sz="2200" b="1" dirty="0" err="1">
                <a:solidFill>
                  <a:schemeClr val="accent6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seatings</a:t>
            </a:r>
            <a:r>
              <a:rPr lang="en-US" sz="2200" b="1" dirty="0">
                <a:solidFill>
                  <a:schemeClr val="accent6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 and which reduce the water wastage and enhance crop monitoring in modern agriculture .</a:t>
            </a:r>
          </a:p>
          <a:p>
            <a:pPr algn="ctr"/>
            <a:endParaRPr lang="en-US" sz="2200" b="1" dirty="0">
              <a:solidFill>
                <a:schemeClr val="accent3">
                  <a:lumMod val="50000"/>
                </a:schemeClr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87" name="TextBox 86"/>
          <p:cNvSpPr txBox="1"/>
          <p:nvPr/>
        </p:nvSpPr>
        <p:spPr>
          <a:xfrm>
            <a:off x="682092" y="7284727"/>
            <a:ext cx="114189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>
                <a:solidFill>
                  <a:schemeClr val="bg1"/>
                </a:solidFill>
                <a:latin typeface="Arial Black" panose="020B0A04020102020204" pitchFamily="34" charset="0"/>
              </a:rPr>
              <a:t>02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10562899" y="7240656"/>
            <a:ext cx="114189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>
                <a:solidFill>
                  <a:schemeClr val="bg1"/>
                </a:solidFill>
                <a:latin typeface="Arial Black" panose="020B0A04020102020204" pitchFamily="34" charset="0"/>
              </a:rPr>
              <a:t>04</a:t>
            </a:r>
          </a:p>
        </p:txBody>
      </p:sp>
      <p:sp>
        <p:nvSpPr>
          <p:cNvPr id="89" name="TextBox 88"/>
          <p:cNvSpPr txBox="1"/>
          <p:nvPr/>
        </p:nvSpPr>
        <p:spPr>
          <a:xfrm rot="10800000" flipV="1">
            <a:off x="1833170" y="6804990"/>
            <a:ext cx="6472630" cy="17851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 rtl="0"/>
            <a:r>
              <a:rPr lang="en-US" sz="2200" b="1" dirty="0">
                <a:solidFill>
                  <a:schemeClr val="accent6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To design a drone enable system/framework integrated with modern agriculture </a:t>
            </a:r>
            <a:r>
              <a:rPr lang="en-US" sz="2200" b="1" dirty="0" err="1">
                <a:solidFill>
                  <a:schemeClr val="accent6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seatings</a:t>
            </a:r>
            <a:r>
              <a:rPr lang="en-US" sz="2200" b="1" dirty="0">
                <a:solidFill>
                  <a:schemeClr val="accent6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 to address factors concern water management and crop monitoring. </a:t>
            </a:r>
            <a:r>
              <a:rPr lang="en-US" sz="2200" b="1" dirty="0" err="1">
                <a:solidFill>
                  <a:schemeClr val="accent6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E.g</a:t>
            </a:r>
            <a:r>
              <a:rPr lang="en-US" sz="2200" b="1" dirty="0">
                <a:solidFill>
                  <a:schemeClr val="accent6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 water waste and crop health.</a:t>
            </a:r>
          </a:p>
          <a:p>
            <a:pPr algn="ctr"/>
            <a:endParaRPr lang="en-US" sz="2200" b="1" dirty="0">
              <a:solidFill>
                <a:schemeClr val="accent6">
                  <a:lumMod val="50000"/>
                </a:schemeClr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90" name="TextBox 89"/>
          <p:cNvSpPr txBox="1"/>
          <p:nvPr/>
        </p:nvSpPr>
        <p:spPr>
          <a:xfrm rot="10800000" flipV="1">
            <a:off x="11704794" y="6723351"/>
            <a:ext cx="5668806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 rtl="0"/>
            <a:r>
              <a:rPr lang="en-US" sz="2400" b="1" dirty="0">
                <a:solidFill>
                  <a:srgbClr val="1A5F11"/>
                </a:solidFill>
                <a:latin typeface="Times New Roman" pitchFamily="18" charset="0"/>
                <a:cs typeface="Times New Roman" pitchFamily="18" charset="0"/>
              </a:rPr>
              <a:t>To Analyze/validate the drone enabled framework which enable efficient water management and boost crop health. </a:t>
            </a:r>
          </a:p>
          <a:p>
            <a:pPr algn="ctr"/>
            <a:endParaRPr lang="en-US" sz="2400" b="1" dirty="0">
              <a:solidFill>
                <a:schemeClr val="accent3">
                  <a:lumMod val="50000"/>
                </a:schemeClr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91" name="TextBox 90"/>
          <p:cNvSpPr txBox="1"/>
          <p:nvPr/>
        </p:nvSpPr>
        <p:spPr>
          <a:xfrm>
            <a:off x="10701409" y="3880679"/>
            <a:ext cx="114189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>
                <a:solidFill>
                  <a:schemeClr val="bg1"/>
                </a:solidFill>
                <a:latin typeface="Arial Black" panose="020B0A04020102020204" pitchFamily="34" charset="0"/>
              </a:rPr>
              <a:t>03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00200" y="3848100"/>
            <a:ext cx="15368150" cy="1477328"/>
          </a:xfrm>
        </p:spPr>
        <p:txBody>
          <a:bodyPr>
            <a:normAutofit/>
          </a:bodyPr>
          <a:lstStyle/>
          <a:p>
            <a:r>
              <a:rPr lang="en-US" sz="9600" u="sng" dirty="0">
                <a:solidFill>
                  <a:srgbClr val="1A5F11"/>
                </a:solidFill>
                <a:latin typeface="Arial Black" panose="020B0A04020102020204" pitchFamily="34" charset="0"/>
              </a:rPr>
              <a:t>LITERATURE REVIEW</a:t>
            </a:r>
          </a:p>
        </p:txBody>
      </p:sp>
    </p:spTree>
    <p:extLst>
      <p:ext uri="{BB962C8B-B14F-4D97-AF65-F5344CB8AC3E}">
        <p14:creationId xmlns:p14="http://schemas.microsoft.com/office/powerpoint/2010/main" val="219253410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7998" y="10286999"/>
                </a:moveTo>
                <a:lnTo>
                  <a:pt x="0" y="10286999"/>
                </a:lnTo>
                <a:lnTo>
                  <a:pt x="0" y="0"/>
                </a:lnTo>
                <a:lnTo>
                  <a:pt x="18287998" y="0"/>
                </a:lnTo>
                <a:lnTo>
                  <a:pt x="18287998" y="10286999"/>
                </a:lnTo>
                <a:close/>
              </a:path>
            </a:pathLst>
          </a:custGeom>
          <a:solidFill>
            <a:srgbClr val="0F6B3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1278625" y="1019175"/>
            <a:ext cx="185420" cy="327660"/>
          </a:xfrm>
          <a:custGeom>
            <a:avLst/>
            <a:gdLst/>
            <a:ahLst/>
            <a:cxnLst/>
            <a:rect l="l" t="t" r="r" b="b"/>
            <a:pathLst>
              <a:path w="185419" h="327659">
                <a:moveTo>
                  <a:pt x="94639" y="327461"/>
                </a:moveTo>
                <a:lnTo>
                  <a:pt x="88503" y="327461"/>
                </a:lnTo>
                <a:lnTo>
                  <a:pt x="85552" y="326399"/>
                </a:lnTo>
                <a:lnTo>
                  <a:pt x="46264" y="282219"/>
                </a:lnTo>
                <a:lnTo>
                  <a:pt x="20178" y="241362"/>
                </a:lnTo>
                <a:lnTo>
                  <a:pt x="4801" y="201191"/>
                </a:lnTo>
                <a:lnTo>
                  <a:pt x="0" y="161429"/>
                </a:lnTo>
                <a:lnTo>
                  <a:pt x="5420" y="122751"/>
                </a:lnTo>
                <a:lnTo>
                  <a:pt x="20886" y="83709"/>
                </a:lnTo>
                <a:lnTo>
                  <a:pt x="46530" y="44024"/>
                </a:lnTo>
                <a:lnTo>
                  <a:pt x="82484" y="3422"/>
                </a:lnTo>
                <a:lnTo>
                  <a:pt x="87676" y="0"/>
                </a:lnTo>
                <a:lnTo>
                  <a:pt x="94049" y="0"/>
                </a:lnTo>
                <a:lnTo>
                  <a:pt x="136827" y="45309"/>
                </a:lnTo>
                <a:lnTo>
                  <a:pt x="163450" y="85051"/>
                </a:lnTo>
                <a:lnTo>
                  <a:pt x="179474" y="123332"/>
                </a:lnTo>
                <a:lnTo>
                  <a:pt x="185266" y="160839"/>
                </a:lnTo>
                <a:lnTo>
                  <a:pt x="180796" y="199963"/>
                </a:lnTo>
                <a:lnTo>
                  <a:pt x="165353" y="239739"/>
                </a:lnTo>
                <a:lnTo>
                  <a:pt x="138536" y="280866"/>
                </a:lnTo>
                <a:lnTo>
                  <a:pt x="99949" y="324039"/>
                </a:lnTo>
                <a:lnTo>
                  <a:pt x="94639" y="327461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1057592" y="1270532"/>
            <a:ext cx="628015" cy="843915"/>
          </a:xfrm>
          <a:custGeom>
            <a:avLst/>
            <a:gdLst/>
            <a:ahLst/>
            <a:cxnLst/>
            <a:rect l="l" t="t" r="r" b="b"/>
            <a:pathLst>
              <a:path w="628014" h="843914">
                <a:moveTo>
                  <a:pt x="303390" y="831926"/>
                </a:moveTo>
                <a:lnTo>
                  <a:pt x="300482" y="775792"/>
                </a:lnTo>
                <a:lnTo>
                  <a:pt x="291757" y="725170"/>
                </a:lnTo>
                <a:lnTo>
                  <a:pt x="277241" y="680046"/>
                </a:lnTo>
                <a:lnTo>
                  <a:pt x="256946" y="640461"/>
                </a:lnTo>
                <a:lnTo>
                  <a:pt x="230898" y="606437"/>
                </a:lnTo>
                <a:lnTo>
                  <a:pt x="199097" y="577977"/>
                </a:lnTo>
                <a:lnTo>
                  <a:pt x="161556" y="555091"/>
                </a:lnTo>
                <a:lnTo>
                  <a:pt x="118313" y="537819"/>
                </a:lnTo>
                <a:lnTo>
                  <a:pt x="69380" y="526173"/>
                </a:lnTo>
                <a:lnTo>
                  <a:pt x="14757" y="520153"/>
                </a:lnTo>
                <a:lnTo>
                  <a:pt x="8026" y="520153"/>
                </a:lnTo>
                <a:lnTo>
                  <a:pt x="152" y="561225"/>
                </a:lnTo>
                <a:lnTo>
                  <a:pt x="0" y="571131"/>
                </a:lnTo>
                <a:lnTo>
                  <a:pt x="4330" y="623062"/>
                </a:lnTo>
                <a:lnTo>
                  <a:pt x="17297" y="670229"/>
                </a:lnTo>
                <a:lnTo>
                  <a:pt x="38836" y="712482"/>
                </a:lnTo>
                <a:lnTo>
                  <a:pt x="68922" y="749681"/>
                </a:lnTo>
                <a:lnTo>
                  <a:pt x="101511" y="777316"/>
                </a:lnTo>
                <a:lnTo>
                  <a:pt x="140030" y="800569"/>
                </a:lnTo>
                <a:lnTo>
                  <a:pt x="184365" y="819391"/>
                </a:lnTo>
                <a:lnTo>
                  <a:pt x="234416" y="833755"/>
                </a:lnTo>
                <a:lnTo>
                  <a:pt x="290055" y="843610"/>
                </a:lnTo>
                <a:lnTo>
                  <a:pt x="290525" y="843724"/>
                </a:lnTo>
                <a:lnTo>
                  <a:pt x="294424" y="843724"/>
                </a:lnTo>
                <a:lnTo>
                  <a:pt x="297256" y="842657"/>
                </a:lnTo>
                <a:lnTo>
                  <a:pt x="299377" y="840778"/>
                </a:lnTo>
                <a:lnTo>
                  <a:pt x="301980" y="838530"/>
                </a:lnTo>
                <a:lnTo>
                  <a:pt x="303390" y="835342"/>
                </a:lnTo>
                <a:lnTo>
                  <a:pt x="303390" y="831926"/>
                </a:lnTo>
                <a:close/>
              </a:path>
              <a:path w="628014" h="843914">
                <a:moveTo>
                  <a:pt x="304812" y="534911"/>
                </a:moveTo>
                <a:lnTo>
                  <a:pt x="302082" y="482257"/>
                </a:lnTo>
                <a:lnTo>
                  <a:pt x="293903" y="434759"/>
                </a:lnTo>
                <a:lnTo>
                  <a:pt x="280289" y="392442"/>
                </a:lnTo>
                <a:lnTo>
                  <a:pt x="261251" y="355307"/>
                </a:lnTo>
                <a:lnTo>
                  <a:pt x="236804" y="323392"/>
                </a:lnTo>
                <a:lnTo>
                  <a:pt x="206984" y="296684"/>
                </a:lnTo>
                <a:lnTo>
                  <a:pt x="171780" y="275234"/>
                </a:lnTo>
                <a:lnTo>
                  <a:pt x="131229" y="259041"/>
                </a:lnTo>
                <a:lnTo>
                  <a:pt x="85331" y="248119"/>
                </a:lnTo>
                <a:lnTo>
                  <a:pt x="34112" y="242493"/>
                </a:lnTo>
                <a:lnTo>
                  <a:pt x="27381" y="242493"/>
                </a:lnTo>
                <a:lnTo>
                  <a:pt x="19621" y="281711"/>
                </a:lnTo>
                <a:lnTo>
                  <a:pt x="19481" y="290995"/>
                </a:lnTo>
                <a:lnTo>
                  <a:pt x="23545" y="339712"/>
                </a:lnTo>
                <a:lnTo>
                  <a:pt x="35699" y="383971"/>
                </a:lnTo>
                <a:lnTo>
                  <a:pt x="55918" y="423595"/>
                </a:lnTo>
                <a:lnTo>
                  <a:pt x="84137" y="458444"/>
                </a:lnTo>
                <a:lnTo>
                  <a:pt x="114693" y="484365"/>
                </a:lnTo>
                <a:lnTo>
                  <a:pt x="150799" y="506171"/>
                </a:lnTo>
                <a:lnTo>
                  <a:pt x="192354" y="523836"/>
                </a:lnTo>
                <a:lnTo>
                  <a:pt x="239280" y="537324"/>
                </a:lnTo>
                <a:lnTo>
                  <a:pt x="291477" y="546595"/>
                </a:lnTo>
                <a:lnTo>
                  <a:pt x="291947" y="546709"/>
                </a:lnTo>
                <a:lnTo>
                  <a:pt x="295846" y="546709"/>
                </a:lnTo>
                <a:lnTo>
                  <a:pt x="298678" y="545642"/>
                </a:lnTo>
                <a:lnTo>
                  <a:pt x="300799" y="543763"/>
                </a:lnTo>
                <a:lnTo>
                  <a:pt x="303390" y="541515"/>
                </a:lnTo>
                <a:lnTo>
                  <a:pt x="304812" y="538327"/>
                </a:lnTo>
                <a:lnTo>
                  <a:pt x="304812" y="534911"/>
                </a:lnTo>
                <a:close/>
              </a:path>
              <a:path w="628014" h="843914">
                <a:moveTo>
                  <a:pt x="307517" y="256540"/>
                </a:moveTo>
                <a:lnTo>
                  <a:pt x="304571" y="205511"/>
                </a:lnTo>
                <a:lnTo>
                  <a:pt x="295706" y="160083"/>
                </a:lnTo>
                <a:lnTo>
                  <a:pt x="280974" y="120256"/>
                </a:lnTo>
                <a:lnTo>
                  <a:pt x="260375" y="86055"/>
                </a:lnTo>
                <a:lnTo>
                  <a:pt x="233934" y="57492"/>
                </a:lnTo>
                <a:lnTo>
                  <a:pt x="201663" y="34607"/>
                </a:lnTo>
                <a:lnTo>
                  <a:pt x="163601" y="17399"/>
                </a:lnTo>
                <a:lnTo>
                  <a:pt x="119735" y="5892"/>
                </a:lnTo>
                <a:lnTo>
                  <a:pt x="70104" y="114"/>
                </a:lnTo>
                <a:lnTo>
                  <a:pt x="63373" y="114"/>
                </a:lnTo>
                <a:lnTo>
                  <a:pt x="55816" y="43891"/>
                </a:lnTo>
                <a:lnTo>
                  <a:pt x="59397" y="86664"/>
                </a:lnTo>
                <a:lnTo>
                  <a:pt x="70078" y="125514"/>
                </a:lnTo>
                <a:lnTo>
                  <a:pt x="87833" y="160299"/>
                </a:lnTo>
                <a:lnTo>
                  <a:pt x="112585" y="190931"/>
                </a:lnTo>
                <a:lnTo>
                  <a:pt x="146850" y="218821"/>
                </a:lnTo>
                <a:lnTo>
                  <a:pt x="188645" y="241033"/>
                </a:lnTo>
                <a:lnTo>
                  <a:pt x="237820" y="257517"/>
                </a:lnTo>
                <a:lnTo>
                  <a:pt x="294182" y="268224"/>
                </a:lnTo>
                <a:lnTo>
                  <a:pt x="294665" y="268338"/>
                </a:lnTo>
                <a:lnTo>
                  <a:pt x="298551" y="268338"/>
                </a:lnTo>
                <a:lnTo>
                  <a:pt x="301383" y="267271"/>
                </a:lnTo>
                <a:lnTo>
                  <a:pt x="303517" y="265391"/>
                </a:lnTo>
                <a:lnTo>
                  <a:pt x="306108" y="263144"/>
                </a:lnTo>
                <a:lnTo>
                  <a:pt x="307517" y="259956"/>
                </a:lnTo>
                <a:lnTo>
                  <a:pt x="307517" y="256540"/>
                </a:lnTo>
                <a:close/>
              </a:path>
              <a:path w="628014" h="843914">
                <a:moveTo>
                  <a:pt x="571728" y="43776"/>
                </a:moveTo>
                <a:lnTo>
                  <a:pt x="569137" y="4483"/>
                </a:lnTo>
                <a:lnTo>
                  <a:pt x="564070" y="0"/>
                </a:lnTo>
                <a:lnTo>
                  <a:pt x="557453" y="0"/>
                </a:lnTo>
                <a:lnTo>
                  <a:pt x="507822" y="5778"/>
                </a:lnTo>
                <a:lnTo>
                  <a:pt x="463956" y="17272"/>
                </a:lnTo>
                <a:lnTo>
                  <a:pt x="425881" y="34480"/>
                </a:lnTo>
                <a:lnTo>
                  <a:pt x="393623" y="57378"/>
                </a:lnTo>
                <a:lnTo>
                  <a:pt x="367182" y="85928"/>
                </a:lnTo>
                <a:lnTo>
                  <a:pt x="346583" y="120129"/>
                </a:lnTo>
                <a:lnTo>
                  <a:pt x="331838" y="159956"/>
                </a:lnTo>
                <a:lnTo>
                  <a:pt x="322986" y="205397"/>
                </a:lnTo>
                <a:lnTo>
                  <a:pt x="320027" y="256425"/>
                </a:lnTo>
                <a:lnTo>
                  <a:pt x="320027" y="259842"/>
                </a:lnTo>
                <a:lnTo>
                  <a:pt x="321564" y="263029"/>
                </a:lnTo>
                <a:lnTo>
                  <a:pt x="324040" y="265264"/>
                </a:lnTo>
                <a:lnTo>
                  <a:pt x="326174" y="267157"/>
                </a:lnTo>
                <a:lnTo>
                  <a:pt x="329006" y="268224"/>
                </a:lnTo>
                <a:lnTo>
                  <a:pt x="332892" y="268224"/>
                </a:lnTo>
                <a:lnTo>
                  <a:pt x="333362" y="268097"/>
                </a:lnTo>
                <a:lnTo>
                  <a:pt x="389737" y="257403"/>
                </a:lnTo>
                <a:lnTo>
                  <a:pt x="438912" y="240919"/>
                </a:lnTo>
                <a:lnTo>
                  <a:pt x="480707" y="218706"/>
                </a:lnTo>
                <a:lnTo>
                  <a:pt x="514972" y="190804"/>
                </a:lnTo>
                <a:lnTo>
                  <a:pt x="539724" y="160185"/>
                </a:lnTo>
                <a:lnTo>
                  <a:pt x="557466" y="125387"/>
                </a:lnTo>
                <a:lnTo>
                  <a:pt x="568159" y="86550"/>
                </a:lnTo>
                <a:lnTo>
                  <a:pt x="571728" y="43776"/>
                </a:lnTo>
                <a:close/>
              </a:path>
              <a:path w="628014" h="843914">
                <a:moveTo>
                  <a:pt x="608076" y="290880"/>
                </a:moveTo>
                <a:lnTo>
                  <a:pt x="605129" y="246862"/>
                </a:lnTo>
                <a:lnTo>
                  <a:pt x="600049" y="242379"/>
                </a:lnTo>
                <a:lnTo>
                  <a:pt x="593445" y="242379"/>
                </a:lnTo>
                <a:lnTo>
                  <a:pt x="542226" y="248005"/>
                </a:lnTo>
                <a:lnTo>
                  <a:pt x="496328" y="258914"/>
                </a:lnTo>
                <a:lnTo>
                  <a:pt x="455777" y="275120"/>
                </a:lnTo>
                <a:lnTo>
                  <a:pt x="420573" y="296570"/>
                </a:lnTo>
                <a:lnTo>
                  <a:pt x="390740" y="323253"/>
                </a:lnTo>
                <a:lnTo>
                  <a:pt x="366306" y="355168"/>
                </a:lnTo>
                <a:lnTo>
                  <a:pt x="347268" y="392277"/>
                </a:lnTo>
                <a:lnTo>
                  <a:pt x="333654" y="434581"/>
                </a:lnTo>
                <a:lnTo>
                  <a:pt x="325475" y="482053"/>
                </a:lnTo>
                <a:lnTo>
                  <a:pt x="322745" y="534670"/>
                </a:lnTo>
                <a:lnTo>
                  <a:pt x="322745" y="538213"/>
                </a:lnTo>
                <a:lnTo>
                  <a:pt x="324167" y="541401"/>
                </a:lnTo>
                <a:lnTo>
                  <a:pt x="326758" y="543636"/>
                </a:lnTo>
                <a:lnTo>
                  <a:pt x="328879" y="545528"/>
                </a:lnTo>
                <a:lnTo>
                  <a:pt x="331711" y="546595"/>
                </a:lnTo>
                <a:lnTo>
                  <a:pt x="335610" y="546595"/>
                </a:lnTo>
                <a:lnTo>
                  <a:pt x="336080" y="546468"/>
                </a:lnTo>
                <a:lnTo>
                  <a:pt x="388277" y="537260"/>
                </a:lnTo>
                <a:lnTo>
                  <a:pt x="435190" y="523811"/>
                </a:lnTo>
                <a:lnTo>
                  <a:pt x="476758" y="506145"/>
                </a:lnTo>
                <a:lnTo>
                  <a:pt x="512851" y="484301"/>
                </a:lnTo>
                <a:lnTo>
                  <a:pt x="543407" y="458330"/>
                </a:lnTo>
                <a:lnTo>
                  <a:pt x="571588" y="423481"/>
                </a:lnTo>
                <a:lnTo>
                  <a:pt x="591807" y="383844"/>
                </a:lnTo>
                <a:lnTo>
                  <a:pt x="603999" y="339598"/>
                </a:lnTo>
                <a:lnTo>
                  <a:pt x="608076" y="290880"/>
                </a:lnTo>
                <a:close/>
              </a:path>
              <a:path w="628014" h="843914">
                <a:moveTo>
                  <a:pt x="627545" y="571131"/>
                </a:moveTo>
                <a:lnTo>
                  <a:pt x="625195" y="530656"/>
                </a:lnTo>
                <a:lnTo>
                  <a:pt x="619404" y="520153"/>
                </a:lnTo>
                <a:lnTo>
                  <a:pt x="612800" y="520153"/>
                </a:lnTo>
                <a:lnTo>
                  <a:pt x="558177" y="526173"/>
                </a:lnTo>
                <a:lnTo>
                  <a:pt x="509231" y="537819"/>
                </a:lnTo>
                <a:lnTo>
                  <a:pt x="465988" y="555091"/>
                </a:lnTo>
                <a:lnTo>
                  <a:pt x="428459" y="577977"/>
                </a:lnTo>
                <a:lnTo>
                  <a:pt x="396659" y="606437"/>
                </a:lnTo>
                <a:lnTo>
                  <a:pt x="370598" y="640461"/>
                </a:lnTo>
                <a:lnTo>
                  <a:pt x="350316" y="680046"/>
                </a:lnTo>
                <a:lnTo>
                  <a:pt x="335800" y="725170"/>
                </a:lnTo>
                <a:lnTo>
                  <a:pt x="327075" y="775792"/>
                </a:lnTo>
                <a:lnTo>
                  <a:pt x="324167" y="831926"/>
                </a:lnTo>
                <a:lnTo>
                  <a:pt x="324167" y="835342"/>
                </a:lnTo>
                <a:lnTo>
                  <a:pt x="325577" y="838530"/>
                </a:lnTo>
                <a:lnTo>
                  <a:pt x="328168" y="840778"/>
                </a:lnTo>
                <a:lnTo>
                  <a:pt x="330301" y="842657"/>
                </a:lnTo>
                <a:lnTo>
                  <a:pt x="333133" y="843724"/>
                </a:lnTo>
                <a:lnTo>
                  <a:pt x="337019" y="843724"/>
                </a:lnTo>
                <a:lnTo>
                  <a:pt x="337502" y="843610"/>
                </a:lnTo>
                <a:lnTo>
                  <a:pt x="393192" y="833755"/>
                </a:lnTo>
                <a:lnTo>
                  <a:pt x="443242" y="819391"/>
                </a:lnTo>
                <a:lnTo>
                  <a:pt x="487553" y="800569"/>
                </a:lnTo>
                <a:lnTo>
                  <a:pt x="526059" y="777316"/>
                </a:lnTo>
                <a:lnTo>
                  <a:pt x="558634" y="749681"/>
                </a:lnTo>
                <a:lnTo>
                  <a:pt x="588670" y="712558"/>
                </a:lnTo>
                <a:lnTo>
                  <a:pt x="610222" y="670318"/>
                </a:lnTo>
                <a:lnTo>
                  <a:pt x="623201" y="623125"/>
                </a:lnTo>
                <a:lnTo>
                  <a:pt x="627545" y="571131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5" name="object 5"/>
          <p:cNvGrpSpPr/>
          <p:nvPr/>
        </p:nvGrpSpPr>
        <p:grpSpPr>
          <a:xfrm>
            <a:off x="12111010" y="0"/>
            <a:ext cx="6177280" cy="3556635"/>
            <a:chOff x="12111010" y="0"/>
            <a:chExt cx="6177280" cy="3556635"/>
          </a:xfrm>
        </p:grpSpPr>
        <p:sp>
          <p:nvSpPr>
            <p:cNvPr id="6" name="object 6"/>
            <p:cNvSpPr/>
            <p:nvPr/>
          </p:nvSpPr>
          <p:spPr>
            <a:xfrm>
              <a:off x="14712943" y="0"/>
              <a:ext cx="3575050" cy="3556635"/>
            </a:xfrm>
            <a:custGeom>
              <a:avLst/>
              <a:gdLst/>
              <a:ahLst/>
              <a:cxnLst/>
              <a:rect l="l" t="t" r="r" b="b"/>
              <a:pathLst>
                <a:path w="3575050" h="3556635">
                  <a:moveTo>
                    <a:pt x="2772086" y="3556396"/>
                  </a:moveTo>
                  <a:lnTo>
                    <a:pt x="3575054" y="3556396"/>
                  </a:lnTo>
                  <a:lnTo>
                    <a:pt x="3575054" y="0"/>
                  </a:lnTo>
                  <a:lnTo>
                    <a:pt x="0" y="0"/>
                  </a:lnTo>
                  <a:lnTo>
                    <a:pt x="2772086" y="3556396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13776262" y="387463"/>
              <a:ext cx="4512310" cy="1050925"/>
            </a:xfrm>
            <a:custGeom>
              <a:avLst/>
              <a:gdLst/>
              <a:ahLst/>
              <a:cxnLst/>
              <a:rect l="l" t="t" r="r" b="b"/>
              <a:pathLst>
                <a:path w="4512309" h="1050925">
                  <a:moveTo>
                    <a:pt x="4511726" y="0"/>
                  </a:moveTo>
                  <a:lnTo>
                    <a:pt x="0" y="0"/>
                  </a:lnTo>
                  <a:lnTo>
                    <a:pt x="622" y="1092"/>
                  </a:lnTo>
                  <a:lnTo>
                    <a:pt x="818603" y="1050340"/>
                  </a:lnTo>
                  <a:lnTo>
                    <a:pt x="818769" y="1050658"/>
                  </a:lnTo>
                  <a:lnTo>
                    <a:pt x="4511726" y="1050658"/>
                  </a:lnTo>
                  <a:lnTo>
                    <a:pt x="4511726" y="1050036"/>
                  </a:lnTo>
                  <a:lnTo>
                    <a:pt x="4511726" y="1049413"/>
                  </a:lnTo>
                  <a:lnTo>
                    <a:pt x="4511726" y="1244"/>
                  </a:lnTo>
                  <a:lnTo>
                    <a:pt x="4511726" y="622"/>
                  </a:lnTo>
                  <a:lnTo>
                    <a:pt x="4511726" y="0"/>
                  </a:lnTo>
                  <a:close/>
                </a:path>
              </a:pathLst>
            </a:custGeom>
            <a:solidFill>
              <a:srgbClr val="12804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12111000" y="11"/>
              <a:ext cx="6177280" cy="2902585"/>
            </a:xfrm>
            <a:custGeom>
              <a:avLst/>
              <a:gdLst/>
              <a:ahLst/>
              <a:cxnLst/>
              <a:rect l="l" t="t" r="r" b="b"/>
              <a:pathLst>
                <a:path w="6177280" h="2902585">
                  <a:moveTo>
                    <a:pt x="5853531" y="2902000"/>
                  </a:moveTo>
                  <a:lnTo>
                    <a:pt x="5035562" y="1852587"/>
                  </a:lnTo>
                  <a:lnTo>
                    <a:pt x="3238220" y="1852587"/>
                  </a:lnTo>
                  <a:lnTo>
                    <a:pt x="4056189" y="2902000"/>
                  </a:lnTo>
                  <a:lnTo>
                    <a:pt x="5853531" y="2902000"/>
                  </a:lnTo>
                  <a:close/>
                </a:path>
                <a:path w="6177280" h="2902585">
                  <a:moveTo>
                    <a:pt x="6176988" y="0"/>
                  </a:moveTo>
                  <a:lnTo>
                    <a:pt x="0" y="0"/>
                  </a:lnTo>
                  <a:lnTo>
                    <a:pt x="637616" y="817892"/>
                  </a:lnTo>
                  <a:lnTo>
                    <a:pt x="6176988" y="817892"/>
                  </a:lnTo>
                  <a:lnTo>
                    <a:pt x="6176988" y="0"/>
                  </a:lnTo>
                  <a:close/>
                </a:path>
              </a:pathLst>
            </a:custGeom>
            <a:solidFill>
              <a:srgbClr val="13975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9" name="object 9"/>
          <p:cNvGrpSpPr/>
          <p:nvPr/>
        </p:nvGrpSpPr>
        <p:grpSpPr>
          <a:xfrm>
            <a:off x="16693246" y="9248901"/>
            <a:ext cx="666750" cy="581660"/>
            <a:chOff x="6267549" y="1286267"/>
            <a:chExt cx="666750" cy="581660"/>
          </a:xfrm>
        </p:grpSpPr>
        <p:sp>
          <p:nvSpPr>
            <p:cNvPr id="10" name="object 10"/>
            <p:cNvSpPr/>
            <p:nvPr/>
          </p:nvSpPr>
          <p:spPr>
            <a:xfrm>
              <a:off x="6435352" y="1286267"/>
              <a:ext cx="499109" cy="290830"/>
            </a:xfrm>
            <a:custGeom>
              <a:avLst/>
              <a:gdLst/>
              <a:ahLst/>
              <a:cxnLst/>
              <a:rect l="l" t="t" r="r" b="b"/>
              <a:pathLst>
                <a:path w="499109" h="290830">
                  <a:moveTo>
                    <a:pt x="498946" y="282881"/>
                  </a:moveTo>
                  <a:lnTo>
                    <a:pt x="498946" y="290613"/>
                  </a:lnTo>
                  <a:lnTo>
                    <a:pt x="167803" y="290613"/>
                  </a:lnTo>
                  <a:lnTo>
                    <a:pt x="0" y="0"/>
                  </a:lnTo>
                  <a:lnTo>
                    <a:pt x="335607" y="0"/>
                  </a:lnTo>
                  <a:lnTo>
                    <a:pt x="498946" y="282881"/>
                  </a:lnTo>
                  <a:close/>
                </a:path>
              </a:pathLst>
            </a:custGeom>
            <a:solidFill>
              <a:srgbClr val="13975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6267549" y="1328383"/>
              <a:ext cx="647065" cy="539115"/>
            </a:xfrm>
            <a:custGeom>
              <a:avLst/>
              <a:gdLst/>
              <a:ahLst/>
              <a:cxnLst/>
              <a:rect l="l" t="t" r="r" b="b"/>
              <a:pathLst>
                <a:path w="647065" h="539114">
                  <a:moveTo>
                    <a:pt x="646874" y="290613"/>
                  </a:moveTo>
                  <a:lnTo>
                    <a:pt x="503411" y="539110"/>
                  </a:lnTo>
                  <a:lnTo>
                    <a:pt x="167803" y="539110"/>
                  </a:lnTo>
                  <a:lnTo>
                    <a:pt x="0" y="248497"/>
                  </a:lnTo>
                  <a:lnTo>
                    <a:pt x="143462" y="0"/>
                  </a:lnTo>
                  <a:lnTo>
                    <a:pt x="311266" y="290613"/>
                  </a:lnTo>
                  <a:lnTo>
                    <a:pt x="646874" y="290613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/>
          <p:nvPr/>
        </p:nvSpPr>
        <p:spPr>
          <a:xfrm>
            <a:off x="0" y="8792336"/>
            <a:ext cx="1048385" cy="1494790"/>
          </a:xfrm>
          <a:custGeom>
            <a:avLst/>
            <a:gdLst/>
            <a:ahLst/>
            <a:cxnLst/>
            <a:rect l="l" t="t" r="r" b="b"/>
            <a:pathLst>
              <a:path w="1048385" h="1494790">
                <a:moveTo>
                  <a:pt x="1048169" y="1494663"/>
                </a:moveTo>
                <a:lnTo>
                  <a:pt x="0" y="0"/>
                </a:lnTo>
                <a:lnTo>
                  <a:pt x="0" y="878332"/>
                </a:lnTo>
                <a:lnTo>
                  <a:pt x="0" y="1437424"/>
                </a:lnTo>
                <a:lnTo>
                  <a:pt x="0" y="1494663"/>
                </a:lnTo>
                <a:lnTo>
                  <a:pt x="40157" y="1494663"/>
                </a:lnTo>
                <a:lnTo>
                  <a:pt x="431558" y="1494663"/>
                </a:lnTo>
                <a:lnTo>
                  <a:pt x="1048169" y="1494663"/>
                </a:lnTo>
                <a:close/>
              </a:path>
            </a:pathLst>
          </a:custGeom>
          <a:solidFill>
            <a:srgbClr val="13975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13246341" y="0"/>
            <a:ext cx="2569210" cy="633095"/>
          </a:xfrm>
          <a:custGeom>
            <a:avLst/>
            <a:gdLst/>
            <a:ahLst/>
            <a:cxnLst/>
            <a:rect l="l" t="t" r="r" b="b"/>
            <a:pathLst>
              <a:path w="2569209" h="633095">
                <a:moveTo>
                  <a:pt x="1090891" y="0"/>
                </a:moveTo>
                <a:lnTo>
                  <a:pt x="0" y="0"/>
                </a:lnTo>
                <a:lnTo>
                  <a:pt x="545452" y="604913"/>
                </a:lnTo>
                <a:lnTo>
                  <a:pt x="1090891" y="0"/>
                </a:lnTo>
                <a:close/>
              </a:path>
              <a:path w="2569209" h="633095">
                <a:moveTo>
                  <a:pt x="1896224" y="632841"/>
                </a:moveTo>
                <a:lnTo>
                  <a:pt x="1325600" y="0"/>
                </a:lnTo>
                <a:lnTo>
                  <a:pt x="1243330" y="0"/>
                </a:lnTo>
                <a:lnTo>
                  <a:pt x="672719" y="632841"/>
                </a:lnTo>
                <a:lnTo>
                  <a:pt x="1896224" y="632841"/>
                </a:lnTo>
                <a:close/>
              </a:path>
              <a:path w="2569209" h="633095">
                <a:moveTo>
                  <a:pt x="2568943" y="0"/>
                </a:moveTo>
                <a:lnTo>
                  <a:pt x="1478051" y="0"/>
                </a:lnTo>
                <a:lnTo>
                  <a:pt x="2023491" y="604913"/>
                </a:lnTo>
                <a:lnTo>
                  <a:pt x="2568943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13919063" y="746040"/>
            <a:ext cx="1223645" cy="678815"/>
          </a:xfrm>
          <a:custGeom>
            <a:avLst/>
            <a:gdLst/>
            <a:ahLst/>
            <a:cxnLst/>
            <a:rect l="l" t="t" r="r" b="b"/>
            <a:pathLst>
              <a:path w="1223644" h="678815">
                <a:moveTo>
                  <a:pt x="611756" y="678450"/>
                </a:moveTo>
                <a:lnTo>
                  <a:pt x="0" y="0"/>
                </a:lnTo>
                <a:lnTo>
                  <a:pt x="1223512" y="0"/>
                </a:lnTo>
                <a:lnTo>
                  <a:pt x="917618" y="339225"/>
                </a:lnTo>
                <a:lnTo>
                  <a:pt x="611756" y="67845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0" y="2750886"/>
            <a:ext cx="308610" cy="2421890"/>
          </a:xfrm>
          <a:custGeom>
            <a:avLst/>
            <a:gdLst/>
            <a:ahLst/>
            <a:cxnLst/>
            <a:rect l="l" t="t" r="r" b="b"/>
            <a:pathLst>
              <a:path w="308610" h="2421890">
                <a:moveTo>
                  <a:pt x="0" y="2421835"/>
                </a:moveTo>
                <a:lnTo>
                  <a:pt x="0" y="0"/>
                </a:lnTo>
                <a:lnTo>
                  <a:pt x="93411" y="0"/>
                </a:lnTo>
                <a:lnTo>
                  <a:pt x="142609" y="5667"/>
                </a:lnTo>
                <a:lnTo>
                  <a:pt x="187774" y="21812"/>
                </a:lnTo>
                <a:lnTo>
                  <a:pt x="227617" y="47144"/>
                </a:lnTo>
                <a:lnTo>
                  <a:pt x="260848" y="80376"/>
                </a:lnTo>
                <a:lnTo>
                  <a:pt x="286181" y="120218"/>
                </a:lnTo>
                <a:lnTo>
                  <a:pt x="302325" y="165383"/>
                </a:lnTo>
                <a:lnTo>
                  <a:pt x="307993" y="214581"/>
                </a:lnTo>
                <a:lnTo>
                  <a:pt x="307993" y="1813957"/>
                </a:lnTo>
                <a:lnTo>
                  <a:pt x="306509" y="1861676"/>
                </a:lnTo>
                <a:lnTo>
                  <a:pt x="302115" y="1908606"/>
                </a:lnTo>
                <a:lnTo>
                  <a:pt x="294900" y="1954659"/>
                </a:lnTo>
                <a:lnTo>
                  <a:pt x="284952" y="1999746"/>
                </a:lnTo>
                <a:lnTo>
                  <a:pt x="272359" y="2043778"/>
                </a:lnTo>
                <a:lnTo>
                  <a:pt x="257211" y="2086668"/>
                </a:lnTo>
                <a:lnTo>
                  <a:pt x="239594" y="2128327"/>
                </a:lnTo>
                <a:lnTo>
                  <a:pt x="219598" y="2168666"/>
                </a:lnTo>
                <a:lnTo>
                  <a:pt x="197311" y="2207598"/>
                </a:lnTo>
                <a:lnTo>
                  <a:pt x="172821" y="2245034"/>
                </a:lnTo>
                <a:lnTo>
                  <a:pt x="146217" y="2280885"/>
                </a:lnTo>
                <a:lnTo>
                  <a:pt x="117586" y="2315064"/>
                </a:lnTo>
                <a:lnTo>
                  <a:pt x="87018" y="2347481"/>
                </a:lnTo>
                <a:lnTo>
                  <a:pt x="54600" y="2378050"/>
                </a:lnTo>
                <a:lnTo>
                  <a:pt x="20422" y="2406680"/>
                </a:lnTo>
                <a:lnTo>
                  <a:pt x="0" y="2421835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18037148" y="5756756"/>
            <a:ext cx="251460" cy="1674495"/>
          </a:xfrm>
          <a:custGeom>
            <a:avLst/>
            <a:gdLst/>
            <a:ahLst/>
            <a:cxnLst/>
            <a:rect l="l" t="t" r="r" b="b"/>
            <a:pathLst>
              <a:path w="251459" h="1674495">
                <a:moveTo>
                  <a:pt x="250849" y="1674243"/>
                </a:moveTo>
                <a:lnTo>
                  <a:pt x="169347" y="1658822"/>
                </a:lnTo>
                <a:lnTo>
                  <a:pt x="128800" y="1639594"/>
                </a:lnTo>
                <a:lnTo>
                  <a:pt x="92488" y="1613940"/>
                </a:lnTo>
                <a:lnTo>
                  <a:pt x="61140" y="1582592"/>
                </a:lnTo>
                <a:lnTo>
                  <a:pt x="35486" y="1546280"/>
                </a:lnTo>
                <a:lnTo>
                  <a:pt x="16258" y="1505733"/>
                </a:lnTo>
                <a:lnTo>
                  <a:pt x="4185" y="1461684"/>
                </a:lnTo>
                <a:lnTo>
                  <a:pt x="0" y="1414861"/>
                </a:lnTo>
                <a:lnTo>
                  <a:pt x="0" y="259382"/>
                </a:lnTo>
                <a:lnTo>
                  <a:pt x="4185" y="212559"/>
                </a:lnTo>
                <a:lnTo>
                  <a:pt x="16258" y="168510"/>
                </a:lnTo>
                <a:lnTo>
                  <a:pt x="35486" y="127963"/>
                </a:lnTo>
                <a:lnTo>
                  <a:pt x="61140" y="91651"/>
                </a:lnTo>
                <a:lnTo>
                  <a:pt x="92488" y="60303"/>
                </a:lnTo>
                <a:lnTo>
                  <a:pt x="128800" y="34649"/>
                </a:lnTo>
                <a:lnTo>
                  <a:pt x="169347" y="15421"/>
                </a:lnTo>
                <a:lnTo>
                  <a:pt x="213396" y="3348"/>
                </a:lnTo>
                <a:lnTo>
                  <a:pt x="250849" y="0"/>
                </a:lnTo>
                <a:lnTo>
                  <a:pt x="250849" y="1674243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18037148" y="7692895"/>
            <a:ext cx="251460" cy="1673225"/>
          </a:xfrm>
          <a:custGeom>
            <a:avLst/>
            <a:gdLst/>
            <a:ahLst/>
            <a:cxnLst/>
            <a:rect l="l" t="t" r="r" b="b"/>
            <a:pathLst>
              <a:path w="251459" h="1673225">
                <a:moveTo>
                  <a:pt x="250849" y="1672998"/>
                </a:moveTo>
                <a:lnTo>
                  <a:pt x="236921" y="1672998"/>
                </a:lnTo>
                <a:lnTo>
                  <a:pt x="213396" y="1670895"/>
                </a:lnTo>
                <a:lnTo>
                  <a:pt x="169347" y="1658822"/>
                </a:lnTo>
                <a:lnTo>
                  <a:pt x="128800" y="1639594"/>
                </a:lnTo>
                <a:lnTo>
                  <a:pt x="92488" y="1613940"/>
                </a:lnTo>
                <a:lnTo>
                  <a:pt x="61140" y="1582592"/>
                </a:lnTo>
                <a:lnTo>
                  <a:pt x="35486" y="1546280"/>
                </a:lnTo>
                <a:lnTo>
                  <a:pt x="16258" y="1505734"/>
                </a:lnTo>
                <a:lnTo>
                  <a:pt x="4185" y="1461684"/>
                </a:lnTo>
                <a:lnTo>
                  <a:pt x="0" y="1414861"/>
                </a:lnTo>
                <a:lnTo>
                  <a:pt x="0" y="259382"/>
                </a:lnTo>
                <a:lnTo>
                  <a:pt x="4185" y="212559"/>
                </a:lnTo>
                <a:lnTo>
                  <a:pt x="16258" y="168510"/>
                </a:lnTo>
                <a:lnTo>
                  <a:pt x="35486" y="127963"/>
                </a:lnTo>
                <a:lnTo>
                  <a:pt x="61140" y="91651"/>
                </a:lnTo>
                <a:lnTo>
                  <a:pt x="92488" y="60303"/>
                </a:lnTo>
                <a:lnTo>
                  <a:pt x="128800" y="34649"/>
                </a:lnTo>
                <a:lnTo>
                  <a:pt x="169347" y="15421"/>
                </a:lnTo>
                <a:lnTo>
                  <a:pt x="213396" y="3348"/>
                </a:lnTo>
                <a:lnTo>
                  <a:pt x="250849" y="0"/>
                </a:lnTo>
                <a:lnTo>
                  <a:pt x="250849" y="1672998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524192" y="767296"/>
            <a:ext cx="16492587" cy="9062836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828193" y="1146100"/>
            <a:ext cx="3677767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Arial Black" panose="020B0A04020102020204" pitchFamily="34" charset="0"/>
              </a:rPr>
              <a:t>ARTICLE TITLE</a:t>
            </a:r>
          </a:p>
          <a:p>
            <a:endParaRPr lang="en-US" sz="2800" dirty="0">
              <a:latin typeface="Arial Black" panose="020B0A04020102020204" pitchFamily="34" charset="0"/>
            </a:endParaRPr>
          </a:p>
          <a:p>
            <a:endParaRPr lang="en-US" sz="2800" dirty="0">
              <a:solidFill>
                <a:schemeClr val="accent3">
                  <a:lumMod val="75000"/>
                </a:schemeClr>
              </a:solidFill>
              <a:latin typeface="Arial Black" panose="020B0A04020102020204" pitchFamily="34" charset="0"/>
            </a:endParaRPr>
          </a:p>
        </p:txBody>
      </p:sp>
      <p:sp>
        <p:nvSpPr>
          <p:cNvPr id="27" name="Rectangle 26"/>
          <p:cNvSpPr/>
          <p:nvPr/>
        </p:nvSpPr>
        <p:spPr>
          <a:xfrm>
            <a:off x="1119617" y="1924003"/>
            <a:ext cx="3452383" cy="75713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accent6">
                    <a:lumMod val="50000"/>
                  </a:schemeClr>
                </a:solidFill>
                <a:latin typeface="Arial Black" panose="020B0A04020102020204" pitchFamily="34" charset="0"/>
              </a:rPr>
              <a:t>Arduino-based </a:t>
            </a:r>
            <a:r>
              <a:rPr lang="en-US" dirty="0" err="1">
                <a:solidFill>
                  <a:schemeClr val="accent6">
                    <a:lumMod val="50000"/>
                  </a:schemeClr>
                </a:solidFill>
                <a:latin typeface="Arial Black" panose="020B0A04020102020204" pitchFamily="34" charset="0"/>
              </a:rPr>
              <a:t>IoT</a:t>
            </a:r>
            <a:r>
              <a:rPr lang="en-US" dirty="0">
                <a:solidFill>
                  <a:schemeClr val="accent6">
                    <a:lumMod val="50000"/>
                  </a:schemeClr>
                </a:solidFill>
                <a:latin typeface="Arial Black" panose="020B0A04020102020204" pitchFamily="34" charset="0"/>
              </a:rPr>
              <a:t> Irrigation System.</a:t>
            </a:r>
          </a:p>
          <a:p>
            <a:endParaRPr lang="en-US" dirty="0">
              <a:solidFill>
                <a:schemeClr val="accent6">
                  <a:lumMod val="50000"/>
                </a:schemeClr>
              </a:solidFill>
              <a:latin typeface="Arial Black" panose="020B0A04020102020204" pitchFamily="34" charset="0"/>
            </a:endParaRPr>
          </a:p>
          <a:p>
            <a:endParaRPr lang="en-US" dirty="0">
              <a:solidFill>
                <a:schemeClr val="accent6">
                  <a:lumMod val="50000"/>
                </a:schemeClr>
              </a:solidFill>
              <a:latin typeface="Arial Black" panose="020B0A04020102020204" pitchFamily="34" charset="0"/>
            </a:endParaRPr>
          </a:p>
          <a:p>
            <a:endParaRPr lang="en-US" dirty="0">
              <a:solidFill>
                <a:schemeClr val="accent6">
                  <a:lumMod val="50000"/>
                </a:schemeClr>
              </a:solidFill>
              <a:latin typeface="Arial Black" panose="020B0A04020102020204" pitchFamily="34" charset="0"/>
            </a:endParaRPr>
          </a:p>
          <a:p>
            <a:r>
              <a:rPr lang="en-US" dirty="0">
                <a:solidFill>
                  <a:schemeClr val="accent6">
                    <a:lumMod val="50000"/>
                  </a:schemeClr>
                </a:solidFill>
                <a:latin typeface="Arial Black" panose="020B0A04020102020204" pitchFamily="34" charset="0"/>
              </a:rPr>
              <a:t>Remote Sensing with Drones for Precision Agriculture</a:t>
            </a:r>
          </a:p>
          <a:p>
            <a:endParaRPr lang="en-US" dirty="0">
              <a:solidFill>
                <a:schemeClr val="accent6">
                  <a:lumMod val="50000"/>
                </a:schemeClr>
              </a:solidFill>
              <a:latin typeface="Arial Black" panose="020B0A04020102020204" pitchFamily="34" charset="0"/>
            </a:endParaRPr>
          </a:p>
          <a:p>
            <a:endParaRPr lang="en-US" dirty="0">
              <a:solidFill>
                <a:schemeClr val="accent6">
                  <a:lumMod val="50000"/>
                </a:schemeClr>
              </a:solidFill>
              <a:latin typeface="Arial Black" panose="020B0A04020102020204" pitchFamily="34" charset="0"/>
            </a:endParaRPr>
          </a:p>
          <a:p>
            <a:r>
              <a:rPr lang="en-US" dirty="0">
                <a:solidFill>
                  <a:schemeClr val="accent6">
                    <a:lumMod val="50000"/>
                  </a:schemeClr>
                </a:solidFill>
                <a:latin typeface="Arial Black" panose="020B0A04020102020204" pitchFamily="34" charset="0"/>
              </a:rPr>
              <a:t>Application of UAV in Sustainable Agriculture</a:t>
            </a:r>
          </a:p>
          <a:p>
            <a:endParaRPr lang="en-US" dirty="0">
              <a:solidFill>
                <a:schemeClr val="accent6">
                  <a:lumMod val="50000"/>
                </a:schemeClr>
              </a:solidFill>
              <a:latin typeface="Arial Black" panose="020B0A04020102020204" pitchFamily="34" charset="0"/>
            </a:endParaRPr>
          </a:p>
          <a:p>
            <a:endParaRPr lang="en-US" dirty="0">
              <a:solidFill>
                <a:schemeClr val="accent6">
                  <a:lumMod val="50000"/>
                </a:schemeClr>
              </a:solidFill>
              <a:latin typeface="Arial Black" panose="020B0A04020102020204" pitchFamily="34" charset="0"/>
            </a:endParaRPr>
          </a:p>
          <a:p>
            <a:endParaRPr lang="en-US" dirty="0">
              <a:solidFill>
                <a:schemeClr val="accent6">
                  <a:lumMod val="50000"/>
                </a:schemeClr>
              </a:solidFill>
              <a:latin typeface="Arial Black" panose="020B0A04020102020204" pitchFamily="34" charset="0"/>
            </a:endParaRPr>
          </a:p>
          <a:p>
            <a:r>
              <a:rPr lang="en-US" dirty="0">
                <a:solidFill>
                  <a:schemeClr val="accent6">
                    <a:lumMod val="50000"/>
                  </a:schemeClr>
                </a:solidFill>
                <a:latin typeface="Arial Black" panose="020B0A04020102020204" pitchFamily="34" charset="0"/>
              </a:rPr>
              <a:t>GSM-Integrated Irrigation Model.</a:t>
            </a:r>
          </a:p>
          <a:p>
            <a:endParaRPr lang="en-US" dirty="0">
              <a:solidFill>
                <a:schemeClr val="accent6">
                  <a:lumMod val="50000"/>
                </a:schemeClr>
              </a:solidFill>
              <a:latin typeface="Arial Black" panose="020B0A04020102020204" pitchFamily="34" charset="0"/>
            </a:endParaRPr>
          </a:p>
          <a:p>
            <a:endParaRPr lang="en-US" dirty="0">
              <a:solidFill>
                <a:schemeClr val="accent6">
                  <a:lumMod val="50000"/>
                </a:schemeClr>
              </a:solidFill>
              <a:latin typeface="Arial Black" panose="020B0A04020102020204" pitchFamily="34" charset="0"/>
            </a:endParaRPr>
          </a:p>
          <a:p>
            <a:endParaRPr lang="en-US" dirty="0">
              <a:solidFill>
                <a:schemeClr val="accent6">
                  <a:lumMod val="50000"/>
                </a:schemeClr>
              </a:solidFill>
              <a:latin typeface="Arial Black" panose="020B0A04020102020204" pitchFamily="34" charset="0"/>
            </a:endParaRPr>
          </a:p>
          <a:p>
            <a:r>
              <a:rPr lang="en-US" dirty="0">
                <a:solidFill>
                  <a:schemeClr val="accent6">
                    <a:lumMod val="50000"/>
                  </a:schemeClr>
                </a:solidFill>
                <a:latin typeface="Arial Black" panose="020B0A04020102020204" pitchFamily="34" charset="0"/>
              </a:rPr>
              <a:t>Real-time Mobile Controlled Irrigation.</a:t>
            </a:r>
          </a:p>
          <a:p>
            <a:endParaRPr lang="en-US" dirty="0">
              <a:solidFill>
                <a:schemeClr val="accent6">
                  <a:lumMod val="50000"/>
                </a:schemeClr>
              </a:solidFill>
              <a:latin typeface="Arial Black" panose="020B0A04020102020204" pitchFamily="34" charset="0"/>
            </a:endParaRPr>
          </a:p>
          <a:p>
            <a:endParaRPr lang="en-US" dirty="0">
              <a:solidFill>
                <a:schemeClr val="accent6">
                  <a:lumMod val="50000"/>
                </a:schemeClr>
              </a:solidFill>
              <a:latin typeface="Arial Black" panose="020B0A04020102020204" pitchFamily="34" charset="0"/>
            </a:endParaRPr>
          </a:p>
          <a:p>
            <a:endParaRPr lang="en-US" dirty="0">
              <a:solidFill>
                <a:schemeClr val="accent6">
                  <a:lumMod val="50000"/>
                </a:schemeClr>
              </a:solidFill>
              <a:latin typeface="Arial Black" panose="020B0A04020102020204" pitchFamily="34" charset="0"/>
            </a:endParaRPr>
          </a:p>
          <a:p>
            <a:r>
              <a:rPr lang="en-US" b="1" dirty="0">
                <a:solidFill>
                  <a:schemeClr val="accent6">
                    <a:lumMod val="50000"/>
                  </a:schemeClr>
                </a:solidFill>
                <a:latin typeface="Arial Black" panose="020B0A04020102020204" pitchFamily="34" charset="0"/>
              </a:rPr>
              <a:t>Solar-powered ESP8266 Irrigation in Rural Areas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889116" y="1961580"/>
            <a:ext cx="3452383" cy="84023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1A5F11"/>
                </a:solidFill>
                <a:latin typeface="Arial Black" panose="020B0A04020102020204" pitchFamily="34" charset="0"/>
              </a:rPr>
              <a:t>Kumar et al. (2017).</a:t>
            </a:r>
          </a:p>
          <a:p>
            <a:endParaRPr lang="en-US" dirty="0">
              <a:solidFill>
                <a:srgbClr val="1A5F11"/>
              </a:solidFill>
              <a:latin typeface="Arial Black" panose="020B0A04020102020204" pitchFamily="34" charset="0"/>
            </a:endParaRPr>
          </a:p>
          <a:p>
            <a:endParaRPr lang="en-US" dirty="0">
              <a:solidFill>
                <a:srgbClr val="1A5F11"/>
              </a:solidFill>
              <a:latin typeface="Arial Black" panose="020B0A04020102020204" pitchFamily="34" charset="0"/>
            </a:endParaRPr>
          </a:p>
          <a:p>
            <a:endParaRPr lang="en-US" dirty="0">
              <a:solidFill>
                <a:srgbClr val="1A5F11"/>
              </a:solidFill>
              <a:latin typeface="Arial Black" panose="020B0A04020102020204" pitchFamily="34" charset="0"/>
            </a:endParaRPr>
          </a:p>
          <a:p>
            <a:endParaRPr lang="en-US" dirty="0">
              <a:solidFill>
                <a:srgbClr val="1A5F11"/>
              </a:solidFill>
              <a:latin typeface="Arial Black" panose="020B0A04020102020204" pitchFamily="34" charset="0"/>
            </a:endParaRPr>
          </a:p>
          <a:p>
            <a:r>
              <a:rPr lang="en-US" dirty="0">
                <a:solidFill>
                  <a:srgbClr val="1A5F11"/>
                </a:solidFill>
                <a:latin typeface="Arial Black" panose="020B0A04020102020204" pitchFamily="34" charset="0"/>
              </a:rPr>
              <a:t>Zhang, C., Kovacs, J.M. (2012).</a:t>
            </a:r>
          </a:p>
          <a:p>
            <a:endParaRPr lang="en-US" dirty="0">
              <a:solidFill>
                <a:srgbClr val="1A5F11"/>
              </a:solidFill>
              <a:latin typeface="Arial Black" panose="020B0A04020102020204" pitchFamily="34" charset="0"/>
            </a:endParaRPr>
          </a:p>
          <a:p>
            <a:endParaRPr lang="en-US" dirty="0">
              <a:solidFill>
                <a:srgbClr val="1A5F11"/>
              </a:solidFill>
              <a:latin typeface="Arial Black" panose="020B0A04020102020204" pitchFamily="34" charset="0"/>
            </a:endParaRPr>
          </a:p>
          <a:p>
            <a:r>
              <a:rPr lang="en-US" dirty="0" err="1">
                <a:solidFill>
                  <a:srgbClr val="1A5F11"/>
                </a:solidFill>
                <a:latin typeface="Arial Black" panose="020B0A04020102020204" pitchFamily="34" charset="0"/>
              </a:rPr>
              <a:t>Tsouros</a:t>
            </a:r>
            <a:r>
              <a:rPr lang="en-US" dirty="0">
                <a:solidFill>
                  <a:srgbClr val="1A5F11"/>
                </a:solidFill>
                <a:latin typeface="Arial Black" panose="020B0A04020102020204" pitchFamily="34" charset="0"/>
              </a:rPr>
              <a:t>, D.C., et al. (2019).</a:t>
            </a:r>
          </a:p>
          <a:p>
            <a:endParaRPr lang="en-US" dirty="0">
              <a:solidFill>
                <a:srgbClr val="1A5F11"/>
              </a:solidFill>
              <a:latin typeface="Arial Black" panose="020B0A04020102020204" pitchFamily="34" charset="0"/>
            </a:endParaRPr>
          </a:p>
          <a:p>
            <a:endParaRPr lang="en-US" dirty="0">
              <a:solidFill>
                <a:srgbClr val="1A5F11"/>
              </a:solidFill>
              <a:latin typeface="Arial Black" panose="020B0A04020102020204" pitchFamily="34" charset="0"/>
            </a:endParaRPr>
          </a:p>
          <a:p>
            <a:endParaRPr lang="en-US" dirty="0">
              <a:solidFill>
                <a:srgbClr val="1A5F11"/>
              </a:solidFill>
              <a:latin typeface="Arial Black" panose="020B0A04020102020204" pitchFamily="34" charset="0"/>
            </a:endParaRPr>
          </a:p>
          <a:p>
            <a:endParaRPr lang="en-US" dirty="0">
              <a:solidFill>
                <a:srgbClr val="1A5F11"/>
              </a:solidFill>
              <a:latin typeface="Arial Black" panose="020B0A04020102020204" pitchFamily="34" charset="0"/>
            </a:endParaRPr>
          </a:p>
          <a:p>
            <a:r>
              <a:rPr lang="en-US" dirty="0" err="1">
                <a:solidFill>
                  <a:srgbClr val="1A5F11"/>
                </a:solidFill>
                <a:latin typeface="Arial Black" panose="020B0A04020102020204" pitchFamily="34" charset="0"/>
              </a:rPr>
              <a:t>Hamdi</a:t>
            </a:r>
            <a:r>
              <a:rPr lang="en-US" dirty="0">
                <a:solidFill>
                  <a:srgbClr val="1A5F11"/>
                </a:solidFill>
                <a:latin typeface="Arial Black" panose="020B0A04020102020204" pitchFamily="34" charset="0"/>
              </a:rPr>
              <a:t> et al. (2021).</a:t>
            </a:r>
          </a:p>
          <a:p>
            <a:endParaRPr lang="en-US" dirty="0">
              <a:solidFill>
                <a:srgbClr val="1A5F11"/>
              </a:solidFill>
              <a:latin typeface="Arial Black" panose="020B0A04020102020204" pitchFamily="34" charset="0"/>
            </a:endParaRPr>
          </a:p>
          <a:p>
            <a:endParaRPr lang="en-US" dirty="0">
              <a:solidFill>
                <a:srgbClr val="1A5F11"/>
              </a:solidFill>
              <a:latin typeface="Arial Black" panose="020B0A04020102020204" pitchFamily="34" charset="0"/>
            </a:endParaRPr>
          </a:p>
          <a:p>
            <a:endParaRPr lang="en-US" dirty="0">
              <a:solidFill>
                <a:srgbClr val="1A5F11"/>
              </a:solidFill>
              <a:latin typeface="Arial Black" panose="020B0A04020102020204" pitchFamily="34" charset="0"/>
            </a:endParaRPr>
          </a:p>
          <a:p>
            <a:endParaRPr lang="en-US" dirty="0">
              <a:solidFill>
                <a:srgbClr val="1A5F11"/>
              </a:solidFill>
              <a:latin typeface="Arial Black" panose="020B0A04020102020204" pitchFamily="34" charset="0"/>
            </a:endParaRPr>
          </a:p>
          <a:p>
            <a:r>
              <a:rPr lang="en-US" dirty="0" err="1">
                <a:solidFill>
                  <a:srgbClr val="1A5F11"/>
                </a:solidFill>
                <a:latin typeface="Arial Black" panose="020B0A04020102020204" pitchFamily="34" charset="0"/>
              </a:rPr>
              <a:t>Venkateswara</a:t>
            </a:r>
            <a:r>
              <a:rPr lang="en-US" dirty="0">
                <a:solidFill>
                  <a:srgbClr val="1A5F11"/>
                </a:solidFill>
                <a:latin typeface="Arial Black" panose="020B0A04020102020204" pitchFamily="34" charset="0"/>
              </a:rPr>
              <a:t> </a:t>
            </a:r>
            <a:r>
              <a:rPr lang="en-US" dirty="0" err="1">
                <a:solidFill>
                  <a:srgbClr val="1A5F11"/>
                </a:solidFill>
                <a:latin typeface="Arial Black" panose="020B0A04020102020204" pitchFamily="34" charset="0"/>
              </a:rPr>
              <a:t>Rao</a:t>
            </a:r>
            <a:r>
              <a:rPr lang="en-US" dirty="0">
                <a:solidFill>
                  <a:srgbClr val="1A5F11"/>
                </a:solidFill>
                <a:latin typeface="Arial Black" panose="020B0A04020102020204" pitchFamily="34" charset="0"/>
              </a:rPr>
              <a:t> (2022).</a:t>
            </a:r>
          </a:p>
          <a:p>
            <a:endParaRPr lang="en-US" dirty="0">
              <a:solidFill>
                <a:srgbClr val="1A5F11"/>
              </a:solidFill>
              <a:latin typeface="Arial Black" panose="020B0A04020102020204" pitchFamily="34" charset="0"/>
            </a:endParaRPr>
          </a:p>
          <a:p>
            <a:endParaRPr lang="en-US" dirty="0">
              <a:solidFill>
                <a:srgbClr val="1A5F11"/>
              </a:solidFill>
              <a:latin typeface="Arial Black" panose="020B0A04020102020204" pitchFamily="34" charset="0"/>
            </a:endParaRPr>
          </a:p>
          <a:p>
            <a:endParaRPr lang="en-US" dirty="0">
              <a:solidFill>
                <a:srgbClr val="1A5F11"/>
              </a:solidFill>
              <a:latin typeface="Arial Black" panose="020B0A04020102020204" pitchFamily="34" charset="0"/>
            </a:endParaRPr>
          </a:p>
          <a:p>
            <a:r>
              <a:rPr lang="en-US" dirty="0">
                <a:solidFill>
                  <a:srgbClr val="1A5F11"/>
                </a:solidFill>
                <a:latin typeface="Arial Black" panose="020B0A04020102020204" pitchFamily="34" charset="0"/>
              </a:rPr>
              <a:t>Yusuf et al. (2022)</a:t>
            </a:r>
          </a:p>
          <a:p>
            <a:endParaRPr lang="en-US" dirty="0">
              <a:solidFill>
                <a:srgbClr val="1A5F11"/>
              </a:solidFill>
              <a:latin typeface="Arial Black" panose="020B0A04020102020204" pitchFamily="34" charset="0"/>
            </a:endParaRPr>
          </a:p>
          <a:p>
            <a:endParaRPr lang="en-US" dirty="0">
              <a:solidFill>
                <a:srgbClr val="1A5F11"/>
              </a:solidFill>
              <a:latin typeface="Arial Black" panose="020B0A04020102020204" pitchFamily="34" charset="0"/>
            </a:endParaRPr>
          </a:p>
          <a:p>
            <a:endParaRPr lang="en-US" dirty="0">
              <a:solidFill>
                <a:srgbClr val="1A5F11"/>
              </a:solidFill>
              <a:latin typeface="Arial Black" panose="020B0A04020102020204" pitchFamily="34" charset="0"/>
            </a:endParaRPr>
          </a:p>
          <a:p>
            <a:endParaRPr lang="en-US" dirty="0">
              <a:solidFill>
                <a:srgbClr val="1A5F11"/>
              </a:solidFill>
              <a:latin typeface="Arial Black" panose="020B0A04020102020204" pitchFamily="34" charset="0"/>
            </a:endParaRPr>
          </a:p>
        </p:txBody>
      </p:sp>
      <p:sp>
        <p:nvSpPr>
          <p:cNvPr id="29" name="Rectangle 28"/>
          <p:cNvSpPr/>
          <p:nvPr/>
        </p:nvSpPr>
        <p:spPr>
          <a:xfrm>
            <a:off x="8532529" y="1838469"/>
            <a:ext cx="3452383" cy="797141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rgbClr val="1A5F11"/>
                </a:solidFill>
                <a:latin typeface="Arial Black" panose="020B0A04020102020204" pitchFamily="34" charset="0"/>
              </a:rPr>
              <a:t>Developed an Arduino-based irrigation system using </a:t>
            </a:r>
            <a:r>
              <a:rPr lang="en-US" sz="1600" dirty="0" err="1">
                <a:solidFill>
                  <a:srgbClr val="1A5F11"/>
                </a:solidFill>
                <a:latin typeface="Arial Black" panose="020B0A04020102020204" pitchFamily="34" charset="0"/>
              </a:rPr>
              <a:t>WiFi</a:t>
            </a:r>
            <a:r>
              <a:rPr lang="en-US" sz="1600" dirty="0">
                <a:solidFill>
                  <a:srgbClr val="1A5F11"/>
                </a:solidFill>
                <a:latin typeface="Arial Black" panose="020B0A04020102020204" pitchFamily="34" charset="0"/>
              </a:rPr>
              <a:t> modules and soil moisture sensors with C++ in Arduino IDE.</a:t>
            </a:r>
          </a:p>
          <a:p>
            <a:endParaRPr lang="en-US" sz="1600" dirty="0">
              <a:solidFill>
                <a:srgbClr val="1A5F11"/>
              </a:solidFill>
              <a:latin typeface="Arial Black" panose="020B0A04020102020204" pitchFamily="34" charset="0"/>
            </a:endParaRPr>
          </a:p>
          <a:p>
            <a:r>
              <a:rPr lang="en-US" sz="1600" dirty="0">
                <a:solidFill>
                  <a:srgbClr val="1A5F11"/>
                </a:solidFill>
                <a:latin typeface="Arial Black" panose="020B0A04020102020204" pitchFamily="34" charset="0"/>
              </a:rPr>
              <a:t>Used drones with cameras to map fields and see where crops were healthy or unhealthy.</a:t>
            </a:r>
          </a:p>
          <a:p>
            <a:endParaRPr lang="en-US" sz="1600" dirty="0">
              <a:solidFill>
                <a:srgbClr val="1A5F11"/>
              </a:solidFill>
              <a:latin typeface="Arial Black" panose="020B0A04020102020204" pitchFamily="34" charset="0"/>
            </a:endParaRPr>
          </a:p>
          <a:p>
            <a:r>
              <a:rPr lang="en-US" sz="1600" dirty="0">
                <a:solidFill>
                  <a:srgbClr val="1A5F11"/>
                </a:solidFill>
                <a:latin typeface="Arial Black" panose="020B0A04020102020204" pitchFamily="34" charset="0"/>
              </a:rPr>
              <a:t>Gave an overview of how drones help in farming, including watering, disease detection, and crop growth tracking.</a:t>
            </a:r>
          </a:p>
          <a:p>
            <a:endParaRPr lang="en-US" sz="1600" dirty="0">
              <a:solidFill>
                <a:srgbClr val="1A5F11"/>
              </a:solidFill>
              <a:latin typeface="Arial Black" panose="020B0A04020102020204" pitchFamily="34" charset="0"/>
            </a:endParaRPr>
          </a:p>
          <a:p>
            <a:r>
              <a:rPr lang="en-US" sz="1600" dirty="0">
                <a:solidFill>
                  <a:srgbClr val="1A5F11"/>
                </a:solidFill>
                <a:latin typeface="Arial Black" panose="020B0A04020102020204" pitchFamily="34" charset="0"/>
              </a:rPr>
              <a:t>Designed a low-cost GSM-based system for remote irrigation using embedded C programming.</a:t>
            </a:r>
          </a:p>
          <a:p>
            <a:endParaRPr lang="en-US" sz="1600" dirty="0">
              <a:solidFill>
                <a:srgbClr val="1A5F11"/>
              </a:solidFill>
              <a:latin typeface="Arial Black" panose="020B0A04020102020204" pitchFamily="34" charset="0"/>
            </a:endParaRPr>
          </a:p>
          <a:p>
            <a:endParaRPr lang="en-US" sz="1600" dirty="0">
              <a:solidFill>
                <a:srgbClr val="1A5F11"/>
              </a:solidFill>
              <a:latin typeface="Arial Black" panose="020B0A04020102020204" pitchFamily="34" charset="0"/>
            </a:endParaRPr>
          </a:p>
          <a:p>
            <a:r>
              <a:rPr lang="en-US" sz="1600" dirty="0">
                <a:solidFill>
                  <a:srgbClr val="1A5F11"/>
                </a:solidFill>
                <a:latin typeface="Arial Black" panose="020B0A04020102020204" pitchFamily="34" charset="0"/>
              </a:rPr>
              <a:t>Combined Arduino with the </a:t>
            </a:r>
            <a:r>
              <a:rPr lang="en-US" sz="1600" dirty="0" err="1">
                <a:solidFill>
                  <a:srgbClr val="1A5F11"/>
                </a:solidFill>
                <a:latin typeface="Arial Black" panose="020B0A04020102020204" pitchFamily="34" charset="0"/>
              </a:rPr>
              <a:t>Blynk</a:t>
            </a:r>
            <a:r>
              <a:rPr lang="en-US" sz="1600" dirty="0">
                <a:solidFill>
                  <a:srgbClr val="1A5F11"/>
                </a:solidFill>
                <a:latin typeface="Arial Black" panose="020B0A04020102020204" pitchFamily="34" charset="0"/>
              </a:rPr>
              <a:t> App to allow real-time mobile irrigation control.</a:t>
            </a:r>
          </a:p>
          <a:p>
            <a:endParaRPr lang="en-US" sz="1600" dirty="0">
              <a:solidFill>
                <a:srgbClr val="1A5F11"/>
              </a:solidFill>
              <a:latin typeface="Arial Black" panose="020B0A04020102020204" pitchFamily="34" charset="0"/>
            </a:endParaRPr>
          </a:p>
          <a:p>
            <a:r>
              <a:rPr lang="en-US" sz="1600" dirty="0">
                <a:solidFill>
                  <a:srgbClr val="1A5F11"/>
                </a:solidFill>
                <a:latin typeface="Arial Black" panose="020B0A04020102020204" pitchFamily="34" charset="0"/>
              </a:rPr>
              <a:t>Developed a solar-powered irrigation model using ESP8266 </a:t>
            </a:r>
            <a:r>
              <a:rPr lang="en-US" sz="1600" dirty="0" err="1">
                <a:solidFill>
                  <a:srgbClr val="1A5F11"/>
                </a:solidFill>
                <a:latin typeface="Arial Black" panose="020B0A04020102020204" pitchFamily="34" charset="0"/>
              </a:rPr>
              <a:t>NodeMCU</a:t>
            </a:r>
            <a:r>
              <a:rPr lang="en-US" sz="1600" dirty="0">
                <a:solidFill>
                  <a:srgbClr val="1A5F11"/>
                </a:solidFill>
                <a:latin typeface="Arial Black" panose="020B0A04020102020204" pitchFamily="34" charset="0"/>
              </a:rPr>
              <a:t> and </a:t>
            </a:r>
            <a:r>
              <a:rPr lang="en-US" sz="1600" dirty="0" err="1">
                <a:solidFill>
                  <a:srgbClr val="1A5F11"/>
                </a:solidFill>
                <a:latin typeface="Arial Black" panose="020B0A04020102020204" pitchFamily="34" charset="0"/>
              </a:rPr>
              <a:t>Blynk</a:t>
            </a:r>
            <a:r>
              <a:rPr lang="en-US" sz="1600" dirty="0">
                <a:solidFill>
                  <a:srgbClr val="1A5F11"/>
                </a:solidFill>
                <a:latin typeface="Arial Black" panose="020B0A04020102020204" pitchFamily="34" charset="0"/>
              </a:rPr>
              <a:t> App to serve off-grid areas.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2604624" y="1724902"/>
            <a:ext cx="3452383" cy="797141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rgbClr val="1A5F11"/>
                </a:solidFill>
                <a:latin typeface="Arial Black" panose="020B0A04020102020204" pitchFamily="34" charset="0"/>
              </a:rPr>
              <a:t>Limited to basic automation, lacks real-time control and data analytics.</a:t>
            </a:r>
          </a:p>
          <a:p>
            <a:endParaRPr lang="en-US" sz="1600" dirty="0">
              <a:solidFill>
                <a:srgbClr val="1A5F11"/>
              </a:solidFill>
              <a:latin typeface="Arial Black" panose="020B0A04020102020204" pitchFamily="34" charset="0"/>
            </a:endParaRPr>
          </a:p>
          <a:p>
            <a:endParaRPr lang="en-US" sz="1600" dirty="0">
              <a:solidFill>
                <a:srgbClr val="1A5F11"/>
              </a:solidFill>
              <a:latin typeface="Arial Black" panose="020B0A04020102020204" pitchFamily="34" charset="0"/>
            </a:endParaRPr>
          </a:p>
          <a:p>
            <a:endParaRPr lang="en-US" sz="1600" dirty="0">
              <a:solidFill>
                <a:srgbClr val="1A5F11"/>
              </a:solidFill>
              <a:latin typeface="Arial Black" panose="020B0A04020102020204" pitchFamily="34" charset="0"/>
            </a:endParaRPr>
          </a:p>
          <a:p>
            <a:r>
              <a:rPr lang="en-US" sz="1600" dirty="0">
                <a:solidFill>
                  <a:srgbClr val="1A5F11"/>
                </a:solidFill>
                <a:latin typeface="Arial Black" panose="020B0A04020102020204" pitchFamily="34" charset="0"/>
              </a:rPr>
              <a:t>Focused more on imaging, not on using the data to change irrigation methods.</a:t>
            </a:r>
          </a:p>
          <a:p>
            <a:endParaRPr lang="en-US" sz="1600" dirty="0">
              <a:solidFill>
                <a:srgbClr val="1A5F11"/>
              </a:solidFill>
              <a:latin typeface="Arial Black" panose="020B0A04020102020204" pitchFamily="34" charset="0"/>
            </a:endParaRPr>
          </a:p>
          <a:p>
            <a:endParaRPr lang="en-US" sz="1600" dirty="0">
              <a:solidFill>
                <a:srgbClr val="1A5F11"/>
              </a:solidFill>
              <a:latin typeface="Arial Black" panose="020B0A04020102020204" pitchFamily="34" charset="0"/>
            </a:endParaRPr>
          </a:p>
          <a:p>
            <a:r>
              <a:rPr lang="en-US" sz="1600" dirty="0">
                <a:solidFill>
                  <a:srgbClr val="1A5F11"/>
                </a:solidFill>
                <a:latin typeface="Arial Black" panose="020B0A04020102020204" pitchFamily="34" charset="0"/>
              </a:rPr>
              <a:t>Mostly theoretical; not much field testing or cost analysis for small farmers.</a:t>
            </a:r>
          </a:p>
          <a:p>
            <a:endParaRPr lang="en-US" sz="1600" dirty="0">
              <a:solidFill>
                <a:srgbClr val="1A5F11"/>
              </a:solidFill>
              <a:latin typeface="Arial Black" panose="020B0A04020102020204" pitchFamily="34" charset="0"/>
            </a:endParaRPr>
          </a:p>
          <a:p>
            <a:endParaRPr lang="en-US" sz="1600" dirty="0">
              <a:solidFill>
                <a:srgbClr val="1A5F11"/>
              </a:solidFill>
              <a:latin typeface="Arial Black" panose="020B0A04020102020204" pitchFamily="34" charset="0"/>
            </a:endParaRPr>
          </a:p>
          <a:p>
            <a:endParaRPr lang="en-US" sz="1600" dirty="0">
              <a:solidFill>
                <a:srgbClr val="1A5F11"/>
              </a:solidFill>
              <a:latin typeface="Arial Black" panose="020B0A04020102020204" pitchFamily="34" charset="0"/>
            </a:endParaRPr>
          </a:p>
          <a:p>
            <a:r>
              <a:rPr lang="en-US" sz="1600" dirty="0">
                <a:solidFill>
                  <a:srgbClr val="1A5F11"/>
                </a:solidFill>
                <a:latin typeface="Arial Black" panose="020B0A04020102020204" pitchFamily="34" charset="0"/>
              </a:rPr>
              <a:t>No support for real-time monitoring or smartphone integration.</a:t>
            </a:r>
          </a:p>
          <a:p>
            <a:endParaRPr lang="en-US" sz="1600" dirty="0">
              <a:solidFill>
                <a:srgbClr val="1A5F11"/>
              </a:solidFill>
              <a:latin typeface="Arial Black" panose="020B0A04020102020204" pitchFamily="34" charset="0"/>
            </a:endParaRPr>
          </a:p>
          <a:p>
            <a:endParaRPr lang="en-US" sz="1600" dirty="0">
              <a:solidFill>
                <a:srgbClr val="1A5F11"/>
              </a:solidFill>
              <a:latin typeface="Arial Black" panose="020B0A04020102020204" pitchFamily="34" charset="0"/>
            </a:endParaRPr>
          </a:p>
          <a:p>
            <a:endParaRPr lang="en-US" sz="1600" dirty="0">
              <a:solidFill>
                <a:srgbClr val="1A5F11"/>
              </a:solidFill>
              <a:latin typeface="Arial Black" panose="020B0A04020102020204" pitchFamily="34" charset="0"/>
            </a:endParaRPr>
          </a:p>
          <a:p>
            <a:r>
              <a:rPr lang="en-US" sz="1600" dirty="0">
                <a:solidFill>
                  <a:srgbClr val="1A5F11"/>
                </a:solidFill>
                <a:latin typeface="Arial Black" panose="020B0A04020102020204" pitchFamily="34" charset="0"/>
              </a:rPr>
              <a:t>Dependent on network availability; no AI-based decision support.</a:t>
            </a:r>
          </a:p>
          <a:p>
            <a:endParaRPr lang="en-US" sz="1600" dirty="0">
              <a:solidFill>
                <a:srgbClr val="1A5F11"/>
              </a:solidFill>
              <a:latin typeface="Arial Black" panose="020B0A04020102020204" pitchFamily="34" charset="0"/>
            </a:endParaRPr>
          </a:p>
          <a:p>
            <a:endParaRPr lang="en-US" sz="1600" dirty="0">
              <a:solidFill>
                <a:srgbClr val="1A5F11"/>
              </a:solidFill>
              <a:latin typeface="Arial Black" panose="020B0A04020102020204" pitchFamily="34" charset="0"/>
            </a:endParaRPr>
          </a:p>
          <a:p>
            <a:r>
              <a:rPr lang="en-US" sz="1600" dirty="0">
                <a:solidFill>
                  <a:srgbClr val="1A5F11"/>
                </a:solidFill>
                <a:latin typeface="Arial Black" panose="020B0A04020102020204" pitchFamily="34" charset="0"/>
              </a:rPr>
              <a:t>Focused only on hardware and connectivity; no integration of predictive analytics.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05960" y="1163245"/>
            <a:ext cx="37994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Arial Black" panose="020B0A04020102020204" pitchFamily="34" charset="0"/>
              </a:rPr>
              <a:t>AUTHORS NAME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659177" y="1124127"/>
            <a:ext cx="37994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Arial Black" panose="020B0A04020102020204" pitchFamily="34" charset="0"/>
              </a:rPr>
              <a:t>WORKDONE</a:t>
            </a:r>
            <a:r>
              <a:rPr lang="en-US" sz="2800" b="1" dirty="0">
                <a:solidFill>
                  <a:schemeClr val="accent3">
                    <a:lumMod val="75000"/>
                  </a:schemeClr>
                </a:solidFill>
                <a:latin typeface="Arial Black" panose="020B0A04020102020204" pitchFamily="34" charset="0"/>
              </a:rPr>
              <a:t> 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2458602" y="1115947"/>
            <a:ext cx="37994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Arial Black" panose="020B0A04020102020204" pitchFamily="34" charset="0"/>
              </a:rPr>
              <a:t>RESEARCH GAP</a:t>
            </a:r>
          </a:p>
        </p:txBody>
      </p:sp>
    </p:spTree>
    <p:extLst>
      <p:ext uri="{BB962C8B-B14F-4D97-AF65-F5344CB8AC3E}">
        <p14:creationId xmlns:p14="http://schemas.microsoft.com/office/powerpoint/2010/main" val="415069430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00200" y="3848100"/>
            <a:ext cx="15368150" cy="1477328"/>
          </a:xfrm>
        </p:spPr>
        <p:txBody>
          <a:bodyPr>
            <a:normAutofit/>
          </a:bodyPr>
          <a:lstStyle/>
          <a:p>
            <a:pPr algn="ctr"/>
            <a:r>
              <a:rPr lang="en-US" sz="9600" u="sng" dirty="0">
                <a:solidFill>
                  <a:srgbClr val="1A5F11"/>
                </a:solidFill>
                <a:latin typeface="Arial Black" panose="020B0A04020102020204" pitchFamily="34" charset="0"/>
              </a:rPr>
              <a:t>METHODOLOGY</a:t>
            </a:r>
          </a:p>
        </p:txBody>
      </p:sp>
    </p:spTree>
    <p:extLst>
      <p:ext uri="{BB962C8B-B14F-4D97-AF65-F5344CB8AC3E}">
        <p14:creationId xmlns:p14="http://schemas.microsoft.com/office/powerpoint/2010/main" val="46396883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-38100"/>
            <a:ext cx="18288000" cy="103251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7998" y="10286999"/>
                </a:moveTo>
                <a:lnTo>
                  <a:pt x="0" y="10286999"/>
                </a:lnTo>
                <a:lnTo>
                  <a:pt x="0" y="0"/>
                </a:lnTo>
                <a:lnTo>
                  <a:pt x="18287998" y="0"/>
                </a:lnTo>
                <a:lnTo>
                  <a:pt x="18287998" y="10286999"/>
                </a:lnTo>
                <a:close/>
              </a:path>
            </a:pathLst>
          </a:custGeom>
          <a:solidFill>
            <a:srgbClr val="0F6B3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0" name="object 60"/>
          <p:cNvSpPr/>
          <p:nvPr/>
        </p:nvSpPr>
        <p:spPr>
          <a:xfrm>
            <a:off x="0" y="8066401"/>
            <a:ext cx="338455" cy="727710"/>
          </a:xfrm>
          <a:custGeom>
            <a:avLst/>
            <a:gdLst/>
            <a:ahLst/>
            <a:cxnLst/>
            <a:rect l="l" t="t" r="r" b="b"/>
            <a:pathLst>
              <a:path w="338455" h="727709">
                <a:moveTo>
                  <a:pt x="338315" y="363736"/>
                </a:moveTo>
                <a:lnTo>
                  <a:pt x="333871" y="386742"/>
                </a:lnTo>
                <a:lnTo>
                  <a:pt x="320540" y="406891"/>
                </a:lnTo>
                <a:lnTo>
                  <a:pt x="0" y="727446"/>
                </a:lnTo>
                <a:lnTo>
                  <a:pt x="0" y="0"/>
                </a:lnTo>
                <a:lnTo>
                  <a:pt x="320540" y="320496"/>
                </a:lnTo>
                <a:lnTo>
                  <a:pt x="333871" y="340709"/>
                </a:lnTo>
                <a:lnTo>
                  <a:pt x="338315" y="363736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1" name="object 61"/>
          <p:cNvSpPr/>
          <p:nvPr/>
        </p:nvSpPr>
        <p:spPr>
          <a:xfrm>
            <a:off x="0" y="6691350"/>
            <a:ext cx="400050" cy="1472565"/>
          </a:xfrm>
          <a:custGeom>
            <a:avLst/>
            <a:gdLst/>
            <a:ahLst/>
            <a:cxnLst/>
            <a:rect l="l" t="t" r="r" b="b"/>
            <a:pathLst>
              <a:path w="400050" h="1472565">
                <a:moveTo>
                  <a:pt x="103657" y="720737"/>
                </a:moveTo>
                <a:lnTo>
                  <a:pt x="67614" y="684682"/>
                </a:lnTo>
                <a:lnTo>
                  <a:pt x="67614" y="1404607"/>
                </a:lnTo>
                <a:lnTo>
                  <a:pt x="103657" y="1368552"/>
                </a:lnTo>
                <a:lnTo>
                  <a:pt x="103657" y="720737"/>
                </a:lnTo>
                <a:close/>
              </a:path>
              <a:path w="400050" h="1472565">
                <a:moveTo>
                  <a:pt x="176098" y="793203"/>
                </a:moveTo>
                <a:lnTo>
                  <a:pt x="140055" y="757275"/>
                </a:lnTo>
                <a:lnTo>
                  <a:pt x="140055" y="1332191"/>
                </a:lnTo>
                <a:lnTo>
                  <a:pt x="176098" y="1296136"/>
                </a:lnTo>
                <a:lnTo>
                  <a:pt x="176098" y="793203"/>
                </a:lnTo>
                <a:close/>
              </a:path>
              <a:path w="400050" h="1472565">
                <a:moveTo>
                  <a:pt x="248627" y="865733"/>
                </a:moveTo>
                <a:lnTo>
                  <a:pt x="212585" y="829691"/>
                </a:lnTo>
                <a:lnTo>
                  <a:pt x="212585" y="1259751"/>
                </a:lnTo>
                <a:lnTo>
                  <a:pt x="248627" y="1223695"/>
                </a:lnTo>
                <a:lnTo>
                  <a:pt x="248627" y="865733"/>
                </a:lnTo>
                <a:close/>
              </a:path>
              <a:path w="400050" h="1472565">
                <a:moveTo>
                  <a:pt x="321081" y="938149"/>
                </a:moveTo>
                <a:lnTo>
                  <a:pt x="285026" y="902106"/>
                </a:lnTo>
                <a:lnTo>
                  <a:pt x="285026" y="1187183"/>
                </a:lnTo>
                <a:lnTo>
                  <a:pt x="321081" y="1151140"/>
                </a:lnTo>
                <a:lnTo>
                  <a:pt x="321081" y="938149"/>
                </a:lnTo>
                <a:close/>
              </a:path>
              <a:path w="400050" h="1472565">
                <a:moveTo>
                  <a:pt x="338277" y="363702"/>
                </a:moveTo>
                <a:lnTo>
                  <a:pt x="333832" y="340677"/>
                </a:lnTo>
                <a:lnTo>
                  <a:pt x="320509" y="320459"/>
                </a:lnTo>
                <a:lnTo>
                  <a:pt x="0" y="0"/>
                </a:lnTo>
                <a:lnTo>
                  <a:pt x="0" y="617105"/>
                </a:lnTo>
                <a:lnTo>
                  <a:pt x="0" y="727367"/>
                </a:lnTo>
                <a:lnTo>
                  <a:pt x="0" y="1472323"/>
                </a:lnTo>
                <a:lnTo>
                  <a:pt x="31102" y="1441119"/>
                </a:lnTo>
                <a:lnTo>
                  <a:pt x="31102" y="696264"/>
                </a:lnTo>
                <a:lnTo>
                  <a:pt x="320509" y="406857"/>
                </a:lnTo>
                <a:lnTo>
                  <a:pt x="333832" y="386702"/>
                </a:lnTo>
                <a:lnTo>
                  <a:pt x="338277" y="363702"/>
                </a:lnTo>
                <a:close/>
              </a:path>
              <a:path w="400050" h="1472565">
                <a:moveTo>
                  <a:pt x="399948" y="1044676"/>
                </a:moveTo>
                <a:lnTo>
                  <a:pt x="395097" y="1019594"/>
                </a:lnTo>
                <a:lnTo>
                  <a:pt x="380542" y="997610"/>
                </a:lnTo>
                <a:lnTo>
                  <a:pt x="357466" y="974661"/>
                </a:lnTo>
                <a:lnTo>
                  <a:pt x="357466" y="1114767"/>
                </a:lnTo>
                <a:lnTo>
                  <a:pt x="380542" y="1091819"/>
                </a:lnTo>
                <a:lnTo>
                  <a:pt x="395097" y="1069771"/>
                </a:lnTo>
                <a:lnTo>
                  <a:pt x="399948" y="1044676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62" name="object 62"/>
          <p:cNvGrpSpPr/>
          <p:nvPr/>
        </p:nvGrpSpPr>
        <p:grpSpPr>
          <a:xfrm>
            <a:off x="14327144" y="0"/>
            <a:ext cx="3961129" cy="947419"/>
            <a:chOff x="14327144" y="0"/>
            <a:chExt cx="3961129" cy="947419"/>
          </a:xfrm>
        </p:grpSpPr>
        <p:sp>
          <p:nvSpPr>
            <p:cNvPr id="63" name="object 63"/>
            <p:cNvSpPr/>
            <p:nvPr/>
          </p:nvSpPr>
          <p:spPr>
            <a:xfrm>
              <a:off x="14327144" y="0"/>
              <a:ext cx="3961129" cy="491490"/>
            </a:xfrm>
            <a:custGeom>
              <a:avLst/>
              <a:gdLst/>
              <a:ahLst/>
              <a:cxnLst/>
              <a:rect l="l" t="t" r="r" b="b"/>
              <a:pathLst>
                <a:path w="3961130" h="491490">
                  <a:moveTo>
                    <a:pt x="0" y="0"/>
                  </a:moveTo>
                  <a:lnTo>
                    <a:pt x="3728841" y="0"/>
                  </a:lnTo>
                  <a:lnTo>
                    <a:pt x="3960856" y="331347"/>
                  </a:lnTo>
                  <a:lnTo>
                    <a:pt x="3960856" y="491242"/>
                  </a:lnTo>
                  <a:lnTo>
                    <a:pt x="343973" y="49124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3975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4" name="object 64"/>
            <p:cNvSpPr/>
            <p:nvPr/>
          </p:nvSpPr>
          <p:spPr>
            <a:xfrm>
              <a:off x="17624802" y="0"/>
              <a:ext cx="663575" cy="947419"/>
            </a:xfrm>
            <a:custGeom>
              <a:avLst/>
              <a:gdLst/>
              <a:ahLst/>
              <a:cxnLst/>
              <a:rect l="l" t="t" r="r" b="b"/>
              <a:pathLst>
                <a:path w="663575" h="947419">
                  <a:moveTo>
                    <a:pt x="0" y="0"/>
                  </a:moveTo>
                  <a:lnTo>
                    <a:pt x="663198" y="0"/>
                  </a:lnTo>
                  <a:lnTo>
                    <a:pt x="663198" y="94714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7" name="object 67"/>
          <p:cNvSpPr txBox="1"/>
          <p:nvPr/>
        </p:nvSpPr>
        <p:spPr>
          <a:xfrm>
            <a:off x="11248720" y="2622776"/>
            <a:ext cx="5184775" cy="35052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endParaRPr sz="2100" dirty="0">
              <a:latin typeface="Verdana"/>
              <a:cs typeface="Verdana"/>
            </a:endParaRPr>
          </a:p>
        </p:txBody>
      </p:sp>
      <p:pic>
        <p:nvPicPr>
          <p:cNvPr id="82" name="Content Placeholder 81"/>
          <p:cNvPicPr>
            <a:picLocks noGrp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29401" y="-38100"/>
            <a:ext cx="4619320" cy="10325099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C0A25E-D933-11B4-8B4B-70665AF457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506BEB7C-F131-4E4B-C8AD-E280E3C9A897}"/>
              </a:ext>
            </a:extLst>
          </p:cNvPr>
          <p:cNvSpPr/>
          <p:nvPr/>
        </p:nvSpPr>
        <p:spPr>
          <a:xfrm>
            <a:off x="17694555" y="3994695"/>
            <a:ext cx="593725" cy="577850"/>
          </a:xfrm>
          <a:custGeom>
            <a:avLst/>
            <a:gdLst/>
            <a:ahLst/>
            <a:cxnLst/>
            <a:rect l="l" t="t" r="r" b="b"/>
            <a:pathLst>
              <a:path w="593725" h="577850">
                <a:moveTo>
                  <a:pt x="593432" y="534543"/>
                </a:moveTo>
                <a:lnTo>
                  <a:pt x="44246" y="534543"/>
                </a:lnTo>
                <a:lnTo>
                  <a:pt x="44246" y="0"/>
                </a:lnTo>
                <a:lnTo>
                  <a:pt x="0" y="0"/>
                </a:lnTo>
                <a:lnTo>
                  <a:pt x="0" y="534543"/>
                </a:lnTo>
                <a:lnTo>
                  <a:pt x="0" y="577723"/>
                </a:lnTo>
                <a:lnTo>
                  <a:pt x="593432" y="577723"/>
                </a:lnTo>
                <a:lnTo>
                  <a:pt x="593432" y="53454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>
            <a:extLst>
              <a:ext uri="{FF2B5EF4-FFF2-40B4-BE49-F238E27FC236}">
                <a16:creationId xmlns:a16="http://schemas.microsoft.com/office/drawing/2014/main" id="{8747F949-B01C-EF0C-52B7-CE562B643B64}"/>
              </a:ext>
            </a:extLst>
          </p:cNvPr>
          <p:cNvGrpSpPr/>
          <p:nvPr/>
        </p:nvGrpSpPr>
        <p:grpSpPr>
          <a:xfrm>
            <a:off x="12061717" y="-51"/>
            <a:ext cx="6464935" cy="4738370"/>
            <a:chOff x="12061717" y="0"/>
            <a:chExt cx="6464935" cy="4738370"/>
          </a:xfrm>
        </p:grpSpPr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83A432CD-55F8-CFFB-F91F-10EB45018A2A}"/>
                </a:ext>
              </a:extLst>
            </p:cNvPr>
            <p:cNvSpPr/>
            <p:nvPr/>
          </p:nvSpPr>
          <p:spPr>
            <a:xfrm>
              <a:off x="17703715" y="2097010"/>
              <a:ext cx="584835" cy="633095"/>
            </a:xfrm>
            <a:custGeom>
              <a:avLst/>
              <a:gdLst/>
              <a:ahLst/>
              <a:cxnLst/>
              <a:rect l="l" t="t" r="r" b="b"/>
              <a:pathLst>
                <a:path w="584834" h="633094">
                  <a:moveTo>
                    <a:pt x="0" y="632551"/>
                  </a:moveTo>
                  <a:lnTo>
                    <a:pt x="584283" y="632551"/>
                  </a:lnTo>
                  <a:lnTo>
                    <a:pt x="584283" y="0"/>
                  </a:lnTo>
                  <a:lnTo>
                    <a:pt x="0" y="0"/>
                  </a:lnTo>
                  <a:lnTo>
                    <a:pt x="0" y="632551"/>
                  </a:lnTo>
                  <a:close/>
                </a:path>
              </a:pathLst>
            </a:custGeom>
            <a:solidFill>
              <a:srgbClr val="13975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C8E80BD3-7348-B84F-A067-4D0E9D04A72E}"/>
                </a:ext>
              </a:extLst>
            </p:cNvPr>
            <p:cNvSpPr/>
            <p:nvPr/>
          </p:nvSpPr>
          <p:spPr>
            <a:xfrm>
              <a:off x="17071241" y="2729562"/>
              <a:ext cx="1217295" cy="1265555"/>
            </a:xfrm>
            <a:custGeom>
              <a:avLst/>
              <a:gdLst/>
              <a:ahLst/>
              <a:cxnLst/>
              <a:rect l="l" t="t" r="r" b="b"/>
              <a:pathLst>
                <a:path w="1217294" h="1265554">
                  <a:moveTo>
                    <a:pt x="1216757" y="1265127"/>
                  </a:moveTo>
                  <a:lnTo>
                    <a:pt x="0" y="1265127"/>
                  </a:lnTo>
                  <a:lnTo>
                    <a:pt x="0" y="0"/>
                  </a:lnTo>
                  <a:lnTo>
                    <a:pt x="1216757" y="0"/>
                  </a:lnTo>
                  <a:lnTo>
                    <a:pt x="1216757" y="1265127"/>
                  </a:lnTo>
                  <a:close/>
                </a:path>
              </a:pathLst>
            </a:custGeom>
            <a:solidFill>
              <a:srgbClr val="0F6B3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>
              <a:extLst>
                <a:ext uri="{FF2B5EF4-FFF2-40B4-BE49-F238E27FC236}">
                  <a16:creationId xmlns:a16="http://schemas.microsoft.com/office/drawing/2014/main" id="{39AF92FA-F5CC-9BF4-681E-616B5DE39AC8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2061717" y="0"/>
              <a:ext cx="6226281" cy="4737897"/>
            </a:xfrm>
            <a:prstGeom prst="rect">
              <a:avLst/>
            </a:prstGeom>
          </p:spPr>
        </p:pic>
        <p:pic>
          <p:nvPicPr>
            <p:cNvPr id="7" name="object 7">
              <a:extLst>
                <a:ext uri="{FF2B5EF4-FFF2-40B4-BE49-F238E27FC236}">
                  <a16:creationId xmlns:a16="http://schemas.microsoft.com/office/drawing/2014/main" id="{9106BA06-385F-A2D4-4584-DE41B30B3779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2606281" y="0"/>
              <a:ext cx="5681717" cy="4195217"/>
            </a:xfrm>
            <a:prstGeom prst="rect">
              <a:avLst/>
            </a:prstGeom>
          </p:spPr>
        </p:pic>
        <p:sp>
          <p:nvSpPr>
            <p:cNvPr id="8" name="object 8">
              <a:extLst>
                <a:ext uri="{FF2B5EF4-FFF2-40B4-BE49-F238E27FC236}">
                  <a16:creationId xmlns:a16="http://schemas.microsoft.com/office/drawing/2014/main" id="{C74A4B73-4259-86AB-5B91-82E19D0097F5}"/>
                </a:ext>
              </a:extLst>
            </p:cNvPr>
            <p:cNvSpPr/>
            <p:nvPr/>
          </p:nvSpPr>
          <p:spPr>
            <a:xfrm>
              <a:off x="12606297" y="385060"/>
              <a:ext cx="5681980" cy="3809365"/>
            </a:xfrm>
            <a:custGeom>
              <a:avLst/>
              <a:gdLst/>
              <a:ahLst/>
              <a:cxnLst/>
              <a:rect l="l" t="t" r="r" b="b"/>
              <a:pathLst>
                <a:path w="5681980" h="3809365">
                  <a:moveTo>
                    <a:pt x="2782812" y="3797457"/>
                  </a:moveTo>
                  <a:lnTo>
                    <a:pt x="2823503" y="3800918"/>
                  </a:lnTo>
                  <a:lnTo>
                    <a:pt x="2870994" y="3804220"/>
                  </a:lnTo>
                  <a:lnTo>
                    <a:pt x="2918682" y="3806799"/>
                  </a:lnTo>
                  <a:lnTo>
                    <a:pt x="2966560" y="3808647"/>
                  </a:lnTo>
                  <a:lnTo>
                    <a:pt x="2979298" y="3808942"/>
                  </a:lnTo>
                </a:path>
                <a:path w="5681980" h="3809365">
                  <a:moveTo>
                    <a:pt x="3146434" y="3808942"/>
                  </a:moveTo>
                  <a:lnTo>
                    <a:pt x="3159172" y="3808647"/>
                  </a:lnTo>
                  <a:lnTo>
                    <a:pt x="3207050" y="3806799"/>
                  </a:lnTo>
                  <a:lnTo>
                    <a:pt x="3254737" y="3804220"/>
                  </a:lnTo>
                  <a:lnTo>
                    <a:pt x="3302228" y="3800918"/>
                  </a:lnTo>
                  <a:lnTo>
                    <a:pt x="3342920" y="3797457"/>
                  </a:lnTo>
                </a:path>
                <a:path w="5681980" h="3809365">
                  <a:moveTo>
                    <a:pt x="2667387" y="3784757"/>
                  </a:moveTo>
                  <a:lnTo>
                    <a:pt x="2682261" y="3786716"/>
                  </a:lnTo>
                  <a:lnTo>
                    <a:pt x="2729131" y="3792160"/>
                  </a:lnTo>
                  <a:lnTo>
                    <a:pt x="2776214" y="3796896"/>
                  </a:lnTo>
                  <a:lnTo>
                    <a:pt x="2782812" y="3797457"/>
                  </a:lnTo>
                </a:path>
                <a:path w="5681980" h="3809365">
                  <a:moveTo>
                    <a:pt x="3342920" y="3797457"/>
                  </a:moveTo>
                  <a:lnTo>
                    <a:pt x="3349518" y="3796896"/>
                  </a:lnTo>
                  <a:lnTo>
                    <a:pt x="3396600" y="3792160"/>
                  </a:lnTo>
                  <a:lnTo>
                    <a:pt x="3443471" y="3786716"/>
                  </a:lnTo>
                  <a:lnTo>
                    <a:pt x="3458344" y="3784757"/>
                  </a:lnTo>
                </a:path>
                <a:path w="5681980" h="3809365">
                  <a:moveTo>
                    <a:pt x="2504772" y="3759357"/>
                  </a:moveTo>
                  <a:lnTo>
                    <a:pt x="2542979" y="3766191"/>
                  </a:lnTo>
                  <a:lnTo>
                    <a:pt x="2589179" y="3773726"/>
                  </a:lnTo>
                  <a:lnTo>
                    <a:pt x="2635608" y="3780570"/>
                  </a:lnTo>
                  <a:lnTo>
                    <a:pt x="2667387" y="3784757"/>
                  </a:lnTo>
                </a:path>
                <a:path w="5681980" h="3809365">
                  <a:moveTo>
                    <a:pt x="3458344" y="3784757"/>
                  </a:moveTo>
                  <a:lnTo>
                    <a:pt x="3490123" y="3780570"/>
                  </a:lnTo>
                  <a:lnTo>
                    <a:pt x="3536552" y="3773726"/>
                  </a:lnTo>
                  <a:lnTo>
                    <a:pt x="3582752" y="3766191"/>
                  </a:lnTo>
                  <a:lnTo>
                    <a:pt x="3620959" y="3759357"/>
                  </a:lnTo>
                </a:path>
                <a:path w="5681980" h="3809365">
                  <a:moveTo>
                    <a:pt x="91837" y="0"/>
                  </a:moveTo>
                  <a:lnTo>
                    <a:pt x="91799" y="159"/>
                  </a:lnTo>
                </a:path>
                <a:path w="5681980" h="3809365">
                  <a:moveTo>
                    <a:pt x="9227" y="507891"/>
                  </a:moveTo>
                  <a:lnTo>
                    <a:pt x="9208" y="508158"/>
                  </a:lnTo>
                </a:path>
                <a:path w="5681980" h="3809365">
                  <a:moveTo>
                    <a:pt x="260" y="711356"/>
                  </a:moveTo>
                  <a:lnTo>
                    <a:pt x="0" y="747250"/>
                  </a:lnTo>
                  <a:lnTo>
                    <a:pt x="16" y="749457"/>
                  </a:lnTo>
                  <a:lnTo>
                    <a:pt x="324" y="795493"/>
                  </a:lnTo>
                  <a:lnTo>
                    <a:pt x="1469" y="843556"/>
                  </a:lnTo>
                  <a:lnTo>
                    <a:pt x="3317" y="891434"/>
                  </a:lnTo>
                  <a:lnTo>
                    <a:pt x="5839" y="939125"/>
                  </a:lnTo>
                  <a:lnTo>
                    <a:pt x="9198" y="986613"/>
                  </a:lnTo>
                  <a:lnTo>
                    <a:pt x="13220" y="1033902"/>
                  </a:lnTo>
                  <a:lnTo>
                    <a:pt x="17956" y="1080985"/>
                  </a:lnTo>
                  <a:lnTo>
                    <a:pt x="23400" y="1127855"/>
                  </a:lnTo>
                  <a:lnTo>
                    <a:pt x="29546" y="1174508"/>
                  </a:lnTo>
                  <a:lnTo>
                    <a:pt x="36390" y="1220937"/>
                  </a:lnTo>
                  <a:lnTo>
                    <a:pt x="43925" y="1267137"/>
                  </a:lnTo>
                  <a:lnTo>
                    <a:pt x="52147" y="1313103"/>
                  </a:lnTo>
                  <a:lnTo>
                    <a:pt x="61000" y="1358841"/>
                  </a:lnTo>
                  <a:lnTo>
                    <a:pt x="70628" y="1404310"/>
                  </a:lnTo>
                  <a:lnTo>
                    <a:pt x="80876" y="1449541"/>
                  </a:lnTo>
                  <a:lnTo>
                    <a:pt x="91789" y="1494516"/>
                  </a:lnTo>
                  <a:lnTo>
                    <a:pt x="103361" y="1539229"/>
                  </a:lnTo>
                  <a:lnTo>
                    <a:pt x="115587" y="1583675"/>
                  </a:lnTo>
                  <a:lnTo>
                    <a:pt x="128460" y="1627849"/>
                  </a:lnTo>
                  <a:lnTo>
                    <a:pt x="141977" y="1671745"/>
                  </a:lnTo>
                  <a:lnTo>
                    <a:pt x="156131" y="1715358"/>
                  </a:lnTo>
                  <a:lnTo>
                    <a:pt x="170917" y="1758682"/>
                  </a:lnTo>
                  <a:lnTo>
                    <a:pt x="186329" y="1801712"/>
                  </a:lnTo>
                  <a:lnTo>
                    <a:pt x="202362" y="1844443"/>
                  </a:lnTo>
                  <a:lnTo>
                    <a:pt x="219011" y="1886868"/>
                  </a:lnTo>
                  <a:lnTo>
                    <a:pt x="236270" y="1928983"/>
                  </a:lnTo>
                  <a:lnTo>
                    <a:pt x="254134" y="1970782"/>
                  </a:lnTo>
                  <a:lnTo>
                    <a:pt x="272597" y="2012259"/>
                  </a:lnTo>
                  <a:lnTo>
                    <a:pt x="291653" y="2053410"/>
                  </a:lnTo>
                  <a:lnTo>
                    <a:pt x="311298" y="2094228"/>
                  </a:lnTo>
                  <a:lnTo>
                    <a:pt x="331526" y="2134709"/>
                  </a:lnTo>
                  <a:lnTo>
                    <a:pt x="352331" y="2174847"/>
                  </a:lnTo>
                  <a:lnTo>
                    <a:pt x="373708" y="2214635"/>
                  </a:lnTo>
                  <a:lnTo>
                    <a:pt x="395652" y="2254070"/>
                  </a:lnTo>
                  <a:lnTo>
                    <a:pt x="418156" y="2293146"/>
                  </a:lnTo>
                  <a:lnTo>
                    <a:pt x="441217" y="2331856"/>
                  </a:lnTo>
                  <a:lnTo>
                    <a:pt x="464827" y="2370196"/>
                  </a:lnTo>
                  <a:lnTo>
                    <a:pt x="488983" y="2408160"/>
                  </a:lnTo>
                  <a:lnTo>
                    <a:pt x="513677" y="2445743"/>
                  </a:lnTo>
                  <a:lnTo>
                    <a:pt x="538905" y="2482939"/>
                  </a:lnTo>
                  <a:lnTo>
                    <a:pt x="564662" y="2519743"/>
                  </a:lnTo>
                  <a:lnTo>
                    <a:pt x="590942" y="2556149"/>
                  </a:lnTo>
                  <a:lnTo>
                    <a:pt x="617739" y="2592152"/>
                  </a:lnTo>
                  <a:lnTo>
                    <a:pt x="645048" y="2627746"/>
                  </a:lnTo>
                  <a:lnTo>
                    <a:pt x="672864" y="2662927"/>
                  </a:lnTo>
                  <a:lnTo>
                    <a:pt x="701181" y="2697688"/>
                  </a:lnTo>
                  <a:lnTo>
                    <a:pt x="729994" y="2732024"/>
                  </a:lnTo>
                  <a:lnTo>
                    <a:pt x="759297" y="2765930"/>
                  </a:lnTo>
                  <a:lnTo>
                    <a:pt x="789084" y="2799400"/>
                  </a:lnTo>
                  <a:lnTo>
                    <a:pt x="819351" y="2832429"/>
                  </a:lnTo>
                  <a:lnTo>
                    <a:pt x="850093" y="2865011"/>
                  </a:lnTo>
                  <a:lnTo>
                    <a:pt x="881302" y="2897141"/>
                  </a:lnTo>
                  <a:lnTo>
                    <a:pt x="912974" y="2928814"/>
                  </a:lnTo>
                  <a:lnTo>
                    <a:pt x="945105" y="2960023"/>
                  </a:lnTo>
                  <a:lnTo>
                    <a:pt x="977687" y="2990764"/>
                  </a:lnTo>
                  <a:lnTo>
                    <a:pt x="1010716" y="3021031"/>
                  </a:lnTo>
                  <a:lnTo>
                    <a:pt x="1044186" y="3050819"/>
                  </a:lnTo>
                  <a:lnTo>
                    <a:pt x="1078092" y="3080122"/>
                  </a:lnTo>
                  <a:lnTo>
                    <a:pt x="1112428" y="3108935"/>
                  </a:lnTo>
                  <a:lnTo>
                    <a:pt x="1147189" y="3137252"/>
                  </a:lnTo>
                  <a:lnTo>
                    <a:pt x="1182369" y="3165068"/>
                  </a:lnTo>
                  <a:lnTo>
                    <a:pt x="1217964" y="3192377"/>
                  </a:lnTo>
                  <a:lnTo>
                    <a:pt x="1253967" y="3219174"/>
                  </a:lnTo>
                  <a:lnTo>
                    <a:pt x="1290373" y="3245454"/>
                  </a:lnTo>
                  <a:lnTo>
                    <a:pt x="1327177" y="3271210"/>
                  </a:lnTo>
                  <a:lnTo>
                    <a:pt x="1364373" y="3296439"/>
                  </a:lnTo>
                  <a:lnTo>
                    <a:pt x="1401956" y="3321133"/>
                  </a:lnTo>
                  <a:lnTo>
                    <a:pt x="1439920" y="3345289"/>
                  </a:lnTo>
                  <a:lnTo>
                    <a:pt x="1478260" y="3368899"/>
                  </a:lnTo>
                  <a:lnTo>
                    <a:pt x="1516970" y="3391959"/>
                  </a:lnTo>
                  <a:lnTo>
                    <a:pt x="1556046" y="3414464"/>
                  </a:lnTo>
                  <a:lnTo>
                    <a:pt x="1595480" y="3436408"/>
                  </a:lnTo>
                  <a:lnTo>
                    <a:pt x="1635269" y="3457785"/>
                  </a:lnTo>
                  <a:lnTo>
                    <a:pt x="1675407" y="3478590"/>
                  </a:lnTo>
                  <a:lnTo>
                    <a:pt x="1715888" y="3498818"/>
                  </a:lnTo>
                  <a:lnTo>
                    <a:pt x="1756706" y="3518463"/>
                  </a:lnTo>
                  <a:lnTo>
                    <a:pt x="1797857" y="3537519"/>
                  </a:lnTo>
                  <a:lnTo>
                    <a:pt x="1839259" y="3556106"/>
                  </a:lnTo>
                  <a:lnTo>
                    <a:pt x="1881133" y="3573846"/>
                  </a:lnTo>
                  <a:lnTo>
                    <a:pt x="1923248" y="3591105"/>
                  </a:lnTo>
                  <a:lnTo>
                    <a:pt x="1965673" y="3607753"/>
                  </a:lnTo>
                  <a:lnTo>
                    <a:pt x="2008404" y="3623787"/>
                  </a:lnTo>
                  <a:lnTo>
                    <a:pt x="2051434" y="3639199"/>
                  </a:lnTo>
                  <a:lnTo>
                    <a:pt x="2094758" y="3653985"/>
                  </a:lnTo>
                  <a:lnTo>
                    <a:pt x="2138371" y="3668139"/>
                  </a:lnTo>
                  <a:lnTo>
                    <a:pt x="2182267" y="3681656"/>
                  </a:lnTo>
                  <a:lnTo>
                    <a:pt x="2226441" y="3694529"/>
                  </a:lnTo>
                  <a:lnTo>
                    <a:pt x="2270887" y="3706755"/>
                  </a:lnTo>
                  <a:lnTo>
                    <a:pt x="2315600" y="3718327"/>
                  </a:lnTo>
                  <a:lnTo>
                    <a:pt x="2360575" y="3729240"/>
                  </a:lnTo>
                  <a:lnTo>
                    <a:pt x="2405805" y="3739488"/>
                  </a:lnTo>
                  <a:lnTo>
                    <a:pt x="2451287" y="3749066"/>
                  </a:lnTo>
                  <a:lnTo>
                    <a:pt x="2497013" y="3757969"/>
                  </a:lnTo>
                  <a:lnTo>
                    <a:pt x="2504772" y="3759357"/>
                  </a:lnTo>
                </a:path>
                <a:path w="5681980" h="3809365">
                  <a:moveTo>
                    <a:pt x="3620959" y="3759357"/>
                  </a:moveTo>
                  <a:lnTo>
                    <a:pt x="3674445" y="3749066"/>
                  </a:lnTo>
                  <a:lnTo>
                    <a:pt x="3719926" y="3739488"/>
                  </a:lnTo>
                  <a:lnTo>
                    <a:pt x="3765156" y="3729240"/>
                  </a:lnTo>
                  <a:lnTo>
                    <a:pt x="3810131" y="3718327"/>
                  </a:lnTo>
                  <a:lnTo>
                    <a:pt x="3854844" y="3706755"/>
                  </a:lnTo>
                  <a:lnTo>
                    <a:pt x="3899291" y="3694529"/>
                  </a:lnTo>
                  <a:lnTo>
                    <a:pt x="3943464" y="3681656"/>
                  </a:lnTo>
                  <a:lnTo>
                    <a:pt x="3987361" y="3668139"/>
                  </a:lnTo>
                  <a:lnTo>
                    <a:pt x="4030973" y="3653985"/>
                  </a:lnTo>
                  <a:lnTo>
                    <a:pt x="4074298" y="3639199"/>
                  </a:lnTo>
                  <a:lnTo>
                    <a:pt x="4117328" y="3623787"/>
                  </a:lnTo>
                  <a:lnTo>
                    <a:pt x="4160058" y="3607753"/>
                  </a:lnTo>
                  <a:lnTo>
                    <a:pt x="4202483" y="3591105"/>
                  </a:lnTo>
                  <a:lnTo>
                    <a:pt x="4244598" y="3573846"/>
                  </a:lnTo>
                  <a:lnTo>
                    <a:pt x="4286397" y="3555982"/>
                  </a:lnTo>
                  <a:lnTo>
                    <a:pt x="4327875" y="3537519"/>
                  </a:lnTo>
                  <a:lnTo>
                    <a:pt x="4369025" y="3518463"/>
                  </a:lnTo>
                  <a:lnTo>
                    <a:pt x="4409844" y="3498818"/>
                  </a:lnTo>
                  <a:lnTo>
                    <a:pt x="4450324" y="3478590"/>
                  </a:lnTo>
                  <a:lnTo>
                    <a:pt x="4490462" y="3457785"/>
                  </a:lnTo>
                  <a:lnTo>
                    <a:pt x="4530251" y="3436408"/>
                  </a:lnTo>
                  <a:lnTo>
                    <a:pt x="4569686" y="3414464"/>
                  </a:lnTo>
                  <a:lnTo>
                    <a:pt x="4608761" y="3391959"/>
                  </a:lnTo>
                  <a:lnTo>
                    <a:pt x="4647471" y="3368899"/>
                  </a:lnTo>
                  <a:lnTo>
                    <a:pt x="4685811" y="3345289"/>
                  </a:lnTo>
                  <a:lnTo>
                    <a:pt x="4723775" y="3321133"/>
                  </a:lnTo>
                  <a:lnTo>
                    <a:pt x="4761358" y="3296439"/>
                  </a:lnTo>
                  <a:lnTo>
                    <a:pt x="4798554" y="3271210"/>
                  </a:lnTo>
                  <a:lnTo>
                    <a:pt x="4835358" y="3245454"/>
                  </a:lnTo>
                  <a:lnTo>
                    <a:pt x="4871764" y="3219174"/>
                  </a:lnTo>
                  <a:lnTo>
                    <a:pt x="4907767" y="3192377"/>
                  </a:lnTo>
                  <a:lnTo>
                    <a:pt x="4943362" y="3165068"/>
                  </a:lnTo>
                  <a:lnTo>
                    <a:pt x="4978542" y="3137252"/>
                  </a:lnTo>
                  <a:lnTo>
                    <a:pt x="5013303" y="3108935"/>
                  </a:lnTo>
                  <a:lnTo>
                    <a:pt x="5047640" y="3080122"/>
                  </a:lnTo>
                  <a:lnTo>
                    <a:pt x="5081546" y="3050819"/>
                  </a:lnTo>
                  <a:lnTo>
                    <a:pt x="5115016" y="3021031"/>
                  </a:lnTo>
                  <a:lnTo>
                    <a:pt x="5148045" y="2990764"/>
                  </a:lnTo>
                  <a:lnTo>
                    <a:pt x="5180627" y="2960023"/>
                  </a:lnTo>
                  <a:lnTo>
                    <a:pt x="5212757" y="2928814"/>
                  </a:lnTo>
                  <a:lnTo>
                    <a:pt x="5244429" y="2897141"/>
                  </a:lnTo>
                  <a:lnTo>
                    <a:pt x="5275639" y="2865011"/>
                  </a:lnTo>
                  <a:lnTo>
                    <a:pt x="5306380" y="2832429"/>
                  </a:lnTo>
                  <a:lnTo>
                    <a:pt x="5336647" y="2799400"/>
                  </a:lnTo>
                  <a:lnTo>
                    <a:pt x="5366435" y="2765930"/>
                  </a:lnTo>
                  <a:lnTo>
                    <a:pt x="5395738" y="2732024"/>
                  </a:lnTo>
                  <a:lnTo>
                    <a:pt x="5424550" y="2697688"/>
                  </a:lnTo>
                  <a:lnTo>
                    <a:pt x="5452867" y="2662927"/>
                  </a:lnTo>
                  <a:lnTo>
                    <a:pt x="5480683" y="2627746"/>
                  </a:lnTo>
                  <a:lnTo>
                    <a:pt x="5507992" y="2592152"/>
                  </a:lnTo>
                  <a:lnTo>
                    <a:pt x="5534789" y="2556149"/>
                  </a:lnTo>
                  <a:lnTo>
                    <a:pt x="5561069" y="2519743"/>
                  </a:lnTo>
                  <a:lnTo>
                    <a:pt x="5586826" y="2482939"/>
                  </a:lnTo>
                  <a:lnTo>
                    <a:pt x="5612054" y="2445743"/>
                  </a:lnTo>
                  <a:lnTo>
                    <a:pt x="5636749" y="2408160"/>
                  </a:lnTo>
                  <a:lnTo>
                    <a:pt x="5660904" y="2370196"/>
                  </a:lnTo>
                  <a:lnTo>
                    <a:pt x="5681701" y="2336424"/>
                  </a:lnTo>
                </a:path>
              </a:pathLst>
            </a:custGeom>
            <a:ln w="476249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9" name="object 9">
            <a:extLst>
              <a:ext uri="{FF2B5EF4-FFF2-40B4-BE49-F238E27FC236}">
                <a16:creationId xmlns:a16="http://schemas.microsoft.com/office/drawing/2014/main" id="{E42BD829-529E-14EA-F2AB-2C2E2E0B4E7F}"/>
              </a:ext>
            </a:extLst>
          </p:cNvPr>
          <p:cNvGrpSpPr/>
          <p:nvPr/>
        </p:nvGrpSpPr>
        <p:grpSpPr>
          <a:xfrm>
            <a:off x="5808785" y="-54"/>
            <a:ext cx="5694680" cy="1670050"/>
            <a:chOff x="5808785" y="-54"/>
            <a:chExt cx="5694680" cy="1670050"/>
          </a:xfrm>
        </p:grpSpPr>
        <p:sp>
          <p:nvSpPr>
            <p:cNvPr id="10" name="object 10">
              <a:extLst>
                <a:ext uri="{FF2B5EF4-FFF2-40B4-BE49-F238E27FC236}">
                  <a16:creationId xmlns:a16="http://schemas.microsoft.com/office/drawing/2014/main" id="{732A36A4-00CE-0548-E4A0-EBFD112809CE}"/>
                </a:ext>
              </a:extLst>
            </p:cNvPr>
            <p:cNvSpPr/>
            <p:nvPr/>
          </p:nvSpPr>
          <p:spPr>
            <a:xfrm>
              <a:off x="6381216" y="-51"/>
              <a:ext cx="5121910" cy="1651000"/>
            </a:xfrm>
            <a:custGeom>
              <a:avLst/>
              <a:gdLst/>
              <a:ahLst/>
              <a:cxnLst/>
              <a:rect l="l" t="t" r="r" b="b"/>
              <a:pathLst>
                <a:path w="5121909" h="1651000">
                  <a:moveTo>
                    <a:pt x="5121783" y="0"/>
                  </a:moveTo>
                  <a:lnTo>
                    <a:pt x="3268980" y="25"/>
                  </a:lnTo>
                  <a:lnTo>
                    <a:pt x="0" y="63"/>
                  </a:lnTo>
                  <a:lnTo>
                    <a:pt x="1650326" y="1650390"/>
                  </a:lnTo>
                  <a:lnTo>
                    <a:pt x="3284829" y="15887"/>
                  </a:lnTo>
                  <a:lnTo>
                    <a:pt x="4195368" y="926401"/>
                  </a:lnTo>
                  <a:lnTo>
                    <a:pt x="5121783" y="0"/>
                  </a:lnTo>
                  <a:close/>
                </a:path>
              </a:pathLst>
            </a:custGeom>
            <a:solidFill>
              <a:srgbClr val="0F6B3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>
              <a:extLst>
                <a:ext uri="{FF2B5EF4-FFF2-40B4-BE49-F238E27FC236}">
                  <a16:creationId xmlns:a16="http://schemas.microsoft.com/office/drawing/2014/main" id="{63EF924A-FF86-30C9-94B8-1168C8D4C2DC}"/>
                </a:ext>
              </a:extLst>
            </p:cNvPr>
            <p:cNvSpPr/>
            <p:nvPr/>
          </p:nvSpPr>
          <p:spPr>
            <a:xfrm>
              <a:off x="5808777" y="11"/>
              <a:ext cx="5267960" cy="1670050"/>
            </a:xfrm>
            <a:custGeom>
              <a:avLst/>
              <a:gdLst/>
              <a:ahLst/>
              <a:cxnLst/>
              <a:rect l="l" t="t" r="r" b="b"/>
              <a:pathLst>
                <a:path w="5267959" h="1670050">
                  <a:moveTo>
                    <a:pt x="5267680" y="0"/>
                  </a:moveTo>
                  <a:lnTo>
                    <a:pt x="5221287" y="0"/>
                  </a:lnTo>
                  <a:lnTo>
                    <a:pt x="4290123" y="931151"/>
                  </a:lnTo>
                  <a:lnTo>
                    <a:pt x="3358959" y="0"/>
                  </a:lnTo>
                  <a:lnTo>
                    <a:pt x="3347059" y="0"/>
                  </a:lnTo>
                  <a:lnTo>
                    <a:pt x="3312566" y="0"/>
                  </a:lnTo>
                  <a:lnTo>
                    <a:pt x="3300666" y="0"/>
                  </a:lnTo>
                  <a:lnTo>
                    <a:pt x="1673529" y="1627124"/>
                  </a:lnTo>
                  <a:lnTo>
                    <a:pt x="46405" y="0"/>
                  </a:lnTo>
                  <a:lnTo>
                    <a:pt x="0" y="0"/>
                  </a:lnTo>
                  <a:lnTo>
                    <a:pt x="1669529" y="1669516"/>
                  </a:lnTo>
                  <a:lnTo>
                    <a:pt x="1677530" y="1669516"/>
                  </a:lnTo>
                  <a:lnTo>
                    <a:pt x="1719935" y="1627124"/>
                  </a:lnTo>
                  <a:lnTo>
                    <a:pt x="3329813" y="17246"/>
                  </a:lnTo>
                  <a:lnTo>
                    <a:pt x="4290123" y="977557"/>
                  </a:lnTo>
                  <a:lnTo>
                    <a:pt x="4336529" y="931151"/>
                  </a:lnTo>
                  <a:lnTo>
                    <a:pt x="526768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>
            <a:extLst>
              <a:ext uri="{FF2B5EF4-FFF2-40B4-BE49-F238E27FC236}">
                <a16:creationId xmlns:a16="http://schemas.microsoft.com/office/drawing/2014/main" id="{98744CF9-CD7A-F37E-9E9F-FE2DD1C2A0D5}"/>
              </a:ext>
            </a:extLst>
          </p:cNvPr>
          <p:cNvSpPr/>
          <p:nvPr/>
        </p:nvSpPr>
        <p:spPr>
          <a:xfrm>
            <a:off x="0" y="5021162"/>
            <a:ext cx="196850" cy="4178935"/>
          </a:xfrm>
          <a:custGeom>
            <a:avLst/>
            <a:gdLst/>
            <a:ahLst/>
            <a:cxnLst/>
            <a:rect l="l" t="t" r="r" b="b"/>
            <a:pathLst>
              <a:path w="196850" h="4178934">
                <a:moveTo>
                  <a:pt x="0" y="4178762"/>
                </a:moveTo>
                <a:lnTo>
                  <a:pt x="0" y="0"/>
                </a:lnTo>
                <a:lnTo>
                  <a:pt x="196467" y="0"/>
                </a:lnTo>
                <a:lnTo>
                  <a:pt x="196467" y="4178762"/>
                </a:lnTo>
                <a:lnTo>
                  <a:pt x="0" y="4178762"/>
                </a:lnTo>
                <a:close/>
              </a:path>
            </a:pathLst>
          </a:custGeom>
          <a:solidFill>
            <a:srgbClr val="0F6B3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>
            <a:extLst>
              <a:ext uri="{FF2B5EF4-FFF2-40B4-BE49-F238E27FC236}">
                <a16:creationId xmlns:a16="http://schemas.microsoft.com/office/drawing/2014/main" id="{98A8B030-22FE-F128-66C4-5C5208240C16}"/>
              </a:ext>
            </a:extLst>
          </p:cNvPr>
          <p:cNvSpPr/>
          <p:nvPr/>
        </p:nvSpPr>
        <p:spPr>
          <a:xfrm>
            <a:off x="16539632" y="8538504"/>
            <a:ext cx="1748789" cy="1748789"/>
          </a:xfrm>
          <a:custGeom>
            <a:avLst/>
            <a:gdLst/>
            <a:ahLst/>
            <a:cxnLst/>
            <a:rect l="l" t="t" r="r" b="b"/>
            <a:pathLst>
              <a:path w="1748790" h="1748790">
                <a:moveTo>
                  <a:pt x="1748367" y="0"/>
                </a:moveTo>
                <a:lnTo>
                  <a:pt x="1748367" y="1748495"/>
                </a:lnTo>
                <a:lnTo>
                  <a:pt x="0" y="1748495"/>
                </a:lnTo>
                <a:lnTo>
                  <a:pt x="1748367" y="0"/>
                </a:lnTo>
                <a:close/>
              </a:path>
            </a:pathLst>
          </a:custGeom>
          <a:solidFill>
            <a:srgbClr val="0F6B3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>
            <a:extLst>
              <a:ext uri="{FF2B5EF4-FFF2-40B4-BE49-F238E27FC236}">
                <a16:creationId xmlns:a16="http://schemas.microsoft.com/office/drawing/2014/main" id="{952792DC-109D-288E-B5AF-FB86DF25D711}"/>
              </a:ext>
            </a:extLst>
          </p:cNvPr>
          <p:cNvSpPr txBox="1"/>
          <p:nvPr/>
        </p:nvSpPr>
        <p:spPr>
          <a:xfrm>
            <a:off x="1868760" y="1292880"/>
            <a:ext cx="4512448" cy="84446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en-US" sz="5400" b="1" spc="-185" dirty="0">
                <a:solidFill>
                  <a:srgbClr val="0F6B3C"/>
                </a:solidFill>
                <a:latin typeface="Tahoma"/>
                <a:cs typeface="Tahoma"/>
              </a:rPr>
              <a:t>Methodology:</a:t>
            </a:r>
            <a:endParaRPr sz="5400" dirty="0">
              <a:latin typeface="Tahoma"/>
              <a:cs typeface="Tahoma"/>
            </a:endParaRPr>
          </a:p>
        </p:txBody>
      </p:sp>
      <p:sp>
        <p:nvSpPr>
          <p:cNvPr id="16" name="object 16">
            <a:extLst>
              <a:ext uri="{FF2B5EF4-FFF2-40B4-BE49-F238E27FC236}">
                <a16:creationId xmlns:a16="http://schemas.microsoft.com/office/drawing/2014/main" id="{5F9DADD8-2596-45AD-7EEB-ECABF2B3ADC3}"/>
              </a:ext>
            </a:extLst>
          </p:cNvPr>
          <p:cNvSpPr txBox="1"/>
          <p:nvPr/>
        </p:nvSpPr>
        <p:spPr>
          <a:xfrm>
            <a:off x="685502" y="2626205"/>
            <a:ext cx="11920497" cy="730084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0" marR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2300" b="1" dirty="0">
                <a:solidFill>
                  <a:schemeClr val="accent6">
                    <a:lumMod val="50000"/>
                  </a:schemeClr>
                </a:solidFill>
                <a:latin typeface="Arial" pitchFamily="34" charset="0"/>
                <a:cs typeface="Arial" pitchFamily="34" charset="0"/>
              </a:rPr>
              <a:t>Water Management</a:t>
            </a:r>
          </a:p>
          <a:p>
            <a:pPr marL="0" marR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2300" b="1" dirty="0">
                <a:solidFill>
                  <a:schemeClr val="accent6">
                    <a:lumMod val="50000"/>
                  </a:schemeClr>
                </a:solidFill>
                <a:latin typeface="Arial" pitchFamily="34" charset="0"/>
                <a:cs typeface="Arial" pitchFamily="34" charset="0"/>
              </a:rPr>
              <a:t>1. Sensor Deployment</a:t>
            </a:r>
          </a:p>
          <a:p>
            <a:pPr marL="0" marR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2300" b="1" dirty="0">
                <a:solidFill>
                  <a:schemeClr val="accent6">
                    <a:lumMod val="50000"/>
                  </a:schemeClr>
                </a:solidFill>
                <a:latin typeface="Arial" pitchFamily="34" charset="0"/>
                <a:cs typeface="Arial" pitchFamily="34" charset="0"/>
              </a:rPr>
              <a:t>• Install IoT sensors (soil moisture, temperature-humidity, rain, water flow) in the field.</a:t>
            </a:r>
          </a:p>
          <a:p>
            <a:pPr marL="0" marR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2300" b="1" dirty="0">
                <a:solidFill>
                  <a:schemeClr val="accent6">
                    <a:lumMod val="50000"/>
                  </a:schemeClr>
                </a:solidFill>
                <a:latin typeface="Arial" pitchFamily="34" charset="0"/>
                <a:cs typeface="Arial" pitchFamily="34" charset="0"/>
              </a:rPr>
              <a:t>2. Data Acquisition</a:t>
            </a:r>
          </a:p>
          <a:p>
            <a:pPr marL="0" marR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2300" b="1" dirty="0">
                <a:solidFill>
                  <a:schemeClr val="accent6">
                    <a:lumMod val="50000"/>
                  </a:schemeClr>
                </a:solidFill>
                <a:latin typeface="Arial" pitchFamily="34" charset="0"/>
                <a:cs typeface="Arial" pitchFamily="34" charset="0"/>
              </a:rPr>
              <a:t>• Collect real-time data using a microcontroller (e.g., Arduino).</a:t>
            </a:r>
          </a:p>
          <a:p>
            <a:pPr marL="0" marR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2300" b="1" dirty="0">
                <a:solidFill>
                  <a:schemeClr val="accent6">
                    <a:lumMod val="50000"/>
                  </a:schemeClr>
                </a:solidFill>
                <a:latin typeface="Arial" pitchFamily="34" charset="0"/>
                <a:cs typeface="Arial" pitchFamily="34" charset="0"/>
              </a:rPr>
              <a:t>3. Cloud Integration</a:t>
            </a:r>
          </a:p>
          <a:p>
            <a:pPr marL="0" marR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2300" b="1" dirty="0">
                <a:solidFill>
                  <a:schemeClr val="accent6">
                    <a:lumMod val="50000"/>
                  </a:schemeClr>
                </a:solidFill>
                <a:latin typeface="Arial" pitchFamily="34" charset="0"/>
                <a:cs typeface="Arial" pitchFamily="34" charset="0"/>
              </a:rPr>
              <a:t>• Send data to a cloud platform (e.g., Firebase) for centralized storage and analysis.</a:t>
            </a:r>
          </a:p>
          <a:p>
            <a:pPr marL="0" marR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2300" b="1" dirty="0">
                <a:solidFill>
                  <a:schemeClr val="accent6">
                    <a:lumMod val="50000"/>
                  </a:schemeClr>
                </a:solidFill>
                <a:latin typeface="Arial" pitchFamily="34" charset="0"/>
                <a:cs typeface="Arial" pitchFamily="34" charset="0"/>
              </a:rPr>
              <a:t>4. Automated Irrigation</a:t>
            </a:r>
          </a:p>
          <a:p>
            <a:pPr marL="0" marR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2300" b="1" dirty="0">
                <a:solidFill>
                  <a:schemeClr val="accent6">
                    <a:lumMod val="50000"/>
                  </a:schemeClr>
                </a:solidFill>
                <a:latin typeface="Arial" pitchFamily="34" charset="0"/>
                <a:cs typeface="Arial" pitchFamily="34" charset="0"/>
              </a:rPr>
              <a:t>• Analyze soil moisture data to control solenoid valves, enabling irrigation only where needed.</a:t>
            </a:r>
          </a:p>
          <a:p>
            <a:pPr marL="0" marR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2300" b="1" dirty="0">
                <a:solidFill>
                  <a:schemeClr val="accent6">
                    <a:lumMod val="50000"/>
                  </a:schemeClr>
                </a:solidFill>
                <a:latin typeface="Arial" pitchFamily="34" charset="0"/>
                <a:cs typeface="Arial" pitchFamily="34" charset="0"/>
              </a:rPr>
              <a:t>5. Programming &amp; Interface</a:t>
            </a:r>
          </a:p>
          <a:p>
            <a:pPr marL="0" marR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2300" b="1" dirty="0">
                <a:solidFill>
                  <a:schemeClr val="accent6">
                    <a:lumMod val="50000"/>
                  </a:schemeClr>
                </a:solidFill>
                <a:latin typeface="Arial" pitchFamily="34" charset="0"/>
                <a:cs typeface="Arial" pitchFamily="34" charset="0"/>
              </a:rPr>
              <a:t>• Use C/C++ for microcontroller logic; Python, HTML, JavaScript/Flutter for cloud dashboards and user interfaces.</a:t>
            </a:r>
          </a:p>
          <a:p>
            <a:pPr marL="0" marR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2300" b="1" dirty="0">
                <a:solidFill>
                  <a:schemeClr val="accent6">
                    <a:lumMod val="50000"/>
                  </a:schemeClr>
                </a:solidFill>
                <a:latin typeface="Arial" pitchFamily="34" charset="0"/>
                <a:cs typeface="Arial" pitchFamily="34" charset="0"/>
              </a:rPr>
              <a:t>6. Outcome</a:t>
            </a:r>
          </a:p>
          <a:p>
            <a:pPr>
              <a:buNone/>
            </a:pPr>
            <a:r>
              <a:rPr lang="en-US" sz="2300" b="1" dirty="0">
                <a:solidFill>
                  <a:schemeClr val="accent6">
                    <a:lumMod val="50000"/>
                  </a:schemeClr>
                </a:solidFill>
                <a:latin typeface="Arial" pitchFamily="34" charset="0"/>
                <a:cs typeface="Arial" pitchFamily="34" charset="0"/>
              </a:rPr>
              <a:t>• Reduces water usage, detects water stress, and enhances irrigation efficiency.</a:t>
            </a:r>
          </a:p>
        </p:txBody>
      </p:sp>
    </p:spTree>
    <p:extLst>
      <p:ext uri="{BB962C8B-B14F-4D97-AF65-F5344CB8AC3E}">
        <p14:creationId xmlns:p14="http://schemas.microsoft.com/office/powerpoint/2010/main" val="224881072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object 9"/>
          <p:cNvGrpSpPr/>
          <p:nvPr/>
        </p:nvGrpSpPr>
        <p:grpSpPr>
          <a:xfrm>
            <a:off x="5808785" y="-54"/>
            <a:ext cx="5694680" cy="1670050"/>
            <a:chOff x="5808785" y="-54"/>
            <a:chExt cx="5694680" cy="1670050"/>
          </a:xfrm>
        </p:grpSpPr>
        <p:sp>
          <p:nvSpPr>
            <p:cNvPr id="10" name="object 10"/>
            <p:cNvSpPr/>
            <p:nvPr/>
          </p:nvSpPr>
          <p:spPr>
            <a:xfrm>
              <a:off x="6381216" y="-51"/>
              <a:ext cx="5121910" cy="1651000"/>
            </a:xfrm>
            <a:custGeom>
              <a:avLst/>
              <a:gdLst/>
              <a:ahLst/>
              <a:cxnLst/>
              <a:rect l="l" t="t" r="r" b="b"/>
              <a:pathLst>
                <a:path w="5121909" h="1651000">
                  <a:moveTo>
                    <a:pt x="5121783" y="0"/>
                  </a:moveTo>
                  <a:lnTo>
                    <a:pt x="3268980" y="25"/>
                  </a:lnTo>
                  <a:lnTo>
                    <a:pt x="0" y="63"/>
                  </a:lnTo>
                  <a:lnTo>
                    <a:pt x="1650326" y="1650390"/>
                  </a:lnTo>
                  <a:lnTo>
                    <a:pt x="3284829" y="15887"/>
                  </a:lnTo>
                  <a:lnTo>
                    <a:pt x="4195368" y="926401"/>
                  </a:lnTo>
                  <a:lnTo>
                    <a:pt x="5121783" y="0"/>
                  </a:lnTo>
                  <a:close/>
                </a:path>
              </a:pathLst>
            </a:custGeom>
            <a:solidFill>
              <a:srgbClr val="0F6B3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5808777" y="11"/>
              <a:ext cx="5267960" cy="1670050"/>
            </a:xfrm>
            <a:custGeom>
              <a:avLst/>
              <a:gdLst/>
              <a:ahLst/>
              <a:cxnLst/>
              <a:rect l="l" t="t" r="r" b="b"/>
              <a:pathLst>
                <a:path w="5267959" h="1670050">
                  <a:moveTo>
                    <a:pt x="5267680" y="0"/>
                  </a:moveTo>
                  <a:lnTo>
                    <a:pt x="5221287" y="0"/>
                  </a:lnTo>
                  <a:lnTo>
                    <a:pt x="4290123" y="931151"/>
                  </a:lnTo>
                  <a:lnTo>
                    <a:pt x="3358959" y="0"/>
                  </a:lnTo>
                  <a:lnTo>
                    <a:pt x="3347059" y="0"/>
                  </a:lnTo>
                  <a:lnTo>
                    <a:pt x="3312566" y="0"/>
                  </a:lnTo>
                  <a:lnTo>
                    <a:pt x="3300666" y="0"/>
                  </a:lnTo>
                  <a:lnTo>
                    <a:pt x="1673529" y="1627124"/>
                  </a:lnTo>
                  <a:lnTo>
                    <a:pt x="46405" y="0"/>
                  </a:lnTo>
                  <a:lnTo>
                    <a:pt x="0" y="0"/>
                  </a:lnTo>
                  <a:lnTo>
                    <a:pt x="1669529" y="1669516"/>
                  </a:lnTo>
                  <a:lnTo>
                    <a:pt x="1677530" y="1669516"/>
                  </a:lnTo>
                  <a:lnTo>
                    <a:pt x="1719935" y="1627124"/>
                  </a:lnTo>
                  <a:lnTo>
                    <a:pt x="3329813" y="17246"/>
                  </a:lnTo>
                  <a:lnTo>
                    <a:pt x="4290123" y="977557"/>
                  </a:lnTo>
                  <a:lnTo>
                    <a:pt x="4336529" y="931151"/>
                  </a:lnTo>
                  <a:lnTo>
                    <a:pt x="526768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/>
          <p:nvPr/>
        </p:nvSpPr>
        <p:spPr>
          <a:xfrm>
            <a:off x="0" y="5021162"/>
            <a:ext cx="196850" cy="4178935"/>
          </a:xfrm>
          <a:custGeom>
            <a:avLst/>
            <a:gdLst/>
            <a:ahLst/>
            <a:cxnLst/>
            <a:rect l="l" t="t" r="r" b="b"/>
            <a:pathLst>
              <a:path w="196850" h="4178934">
                <a:moveTo>
                  <a:pt x="0" y="4178762"/>
                </a:moveTo>
                <a:lnTo>
                  <a:pt x="0" y="0"/>
                </a:lnTo>
                <a:lnTo>
                  <a:pt x="196467" y="0"/>
                </a:lnTo>
                <a:lnTo>
                  <a:pt x="196467" y="4178762"/>
                </a:lnTo>
                <a:lnTo>
                  <a:pt x="0" y="4178762"/>
                </a:lnTo>
                <a:close/>
              </a:path>
            </a:pathLst>
          </a:custGeom>
          <a:solidFill>
            <a:srgbClr val="0F6B3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16539632" y="8538504"/>
            <a:ext cx="1748789" cy="1748789"/>
          </a:xfrm>
          <a:custGeom>
            <a:avLst/>
            <a:gdLst/>
            <a:ahLst/>
            <a:cxnLst/>
            <a:rect l="l" t="t" r="r" b="b"/>
            <a:pathLst>
              <a:path w="1748790" h="1748790">
                <a:moveTo>
                  <a:pt x="1748367" y="0"/>
                </a:moveTo>
                <a:lnTo>
                  <a:pt x="1748367" y="1748495"/>
                </a:lnTo>
                <a:lnTo>
                  <a:pt x="0" y="1748495"/>
                </a:lnTo>
                <a:lnTo>
                  <a:pt x="1748367" y="0"/>
                </a:lnTo>
                <a:close/>
              </a:path>
            </a:pathLst>
          </a:custGeom>
          <a:solidFill>
            <a:srgbClr val="0F6B3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639622" y="2600658"/>
            <a:ext cx="17008755" cy="6505242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en-US" sz="2300" b="1" dirty="0">
                <a:solidFill>
                  <a:srgbClr val="1A5F11"/>
                </a:solidFill>
                <a:latin typeface="Arial" pitchFamily="34" charset="0"/>
                <a:cs typeface="Arial" pitchFamily="34" charset="0"/>
              </a:rPr>
              <a:t>Crop Monitoring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en-US" sz="2300" b="1" dirty="0">
                <a:solidFill>
                  <a:srgbClr val="1A5F11"/>
                </a:solidFill>
                <a:latin typeface="Arial" pitchFamily="34" charset="0"/>
                <a:cs typeface="Arial" pitchFamily="34" charset="0"/>
              </a:rPr>
              <a:t>1. Drone Setup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en-US" sz="2300" b="1" dirty="0">
                <a:solidFill>
                  <a:srgbClr val="1A5F11"/>
                </a:solidFill>
                <a:latin typeface="Arial" pitchFamily="34" charset="0"/>
                <a:cs typeface="Arial" pitchFamily="34" charset="0"/>
              </a:rPr>
              <a:t>• Use a drone with NDVI/multispectral camera to capture aerial images of crops.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en-US" sz="2300" b="1" dirty="0">
                <a:solidFill>
                  <a:srgbClr val="1A5F11"/>
                </a:solidFill>
                <a:latin typeface="Arial" pitchFamily="34" charset="0"/>
                <a:cs typeface="Arial" pitchFamily="34" charset="0"/>
              </a:rPr>
              <a:t>2. Ground-Level Monitoring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en-US" sz="2300" b="1" dirty="0">
                <a:solidFill>
                  <a:srgbClr val="1A5F11"/>
                </a:solidFill>
                <a:latin typeface="Arial" pitchFamily="34" charset="0"/>
                <a:cs typeface="Arial" pitchFamily="34" charset="0"/>
              </a:rPr>
              <a:t>• Deploy IoT sensors to track soil quality, sunlight, and other field parameters.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en-US" sz="2300" b="1" dirty="0">
                <a:solidFill>
                  <a:srgbClr val="1A5F11"/>
                </a:solidFill>
                <a:latin typeface="Arial" pitchFamily="34" charset="0"/>
                <a:cs typeface="Arial" pitchFamily="34" charset="0"/>
              </a:rPr>
              <a:t>3. Image &amp; Data Processing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en-US" sz="2300" b="1" dirty="0">
                <a:solidFill>
                  <a:srgbClr val="1A5F11"/>
                </a:solidFill>
                <a:latin typeface="Arial" pitchFamily="34" charset="0"/>
                <a:cs typeface="Arial" pitchFamily="34" charset="0"/>
              </a:rPr>
              <a:t>• Analyze aerial images using Python and OpenCV to detect plant stress and health issues.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en-US" sz="2300" b="1" dirty="0">
                <a:solidFill>
                  <a:srgbClr val="1A5F11"/>
                </a:solidFill>
                <a:latin typeface="Arial" pitchFamily="34" charset="0"/>
                <a:cs typeface="Arial" pitchFamily="34" charset="0"/>
              </a:rPr>
              <a:t>4. Cloud Synchronization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en-US" sz="2300" b="1" dirty="0">
                <a:solidFill>
                  <a:srgbClr val="1A5F11"/>
                </a:solidFill>
                <a:latin typeface="Arial" pitchFamily="34" charset="0"/>
                <a:cs typeface="Arial" pitchFamily="34" charset="0"/>
              </a:rPr>
              <a:t>• Upload both aerial and sensor data to the cloud for unified access.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en-US" sz="2300" b="1" dirty="0">
                <a:solidFill>
                  <a:srgbClr val="1A5F11"/>
                </a:solidFill>
                <a:latin typeface="Arial" pitchFamily="34" charset="0"/>
                <a:cs typeface="Arial" pitchFamily="34" charset="0"/>
              </a:rPr>
              <a:t>5. Visualization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en-US" sz="2300" b="1" dirty="0">
                <a:solidFill>
                  <a:srgbClr val="1A5F11"/>
                </a:solidFill>
                <a:latin typeface="Arial" pitchFamily="34" charset="0"/>
                <a:cs typeface="Arial" pitchFamily="34" charset="0"/>
              </a:rPr>
              <a:t>• Build interactive dashboards using Python, JavaScript, or Flutter for real-time crop monitoring.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en-US" sz="2300" b="1" dirty="0">
                <a:solidFill>
                  <a:srgbClr val="1A5F11"/>
                </a:solidFill>
                <a:latin typeface="Arial" pitchFamily="34" charset="0"/>
                <a:cs typeface="Arial" pitchFamily="34" charset="0"/>
              </a:rPr>
              <a:t>6. Outcome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en-US" sz="2300" b="1" dirty="0">
                <a:solidFill>
                  <a:srgbClr val="1A5F11"/>
                </a:solidFill>
                <a:latin typeface="Arial" pitchFamily="34" charset="0"/>
                <a:cs typeface="Arial" pitchFamily="34" charset="0"/>
              </a:rPr>
              <a:t>• Enables early detection of crop issues and improves decision-making for higher yields</a:t>
            </a:r>
          </a:p>
        </p:txBody>
      </p:sp>
      <p:grpSp>
        <p:nvGrpSpPr>
          <p:cNvPr id="8" name="object 3">
            <a:extLst>
              <a:ext uri="{FF2B5EF4-FFF2-40B4-BE49-F238E27FC236}">
                <a16:creationId xmlns:a16="http://schemas.microsoft.com/office/drawing/2014/main" id="{8747F949-B01C-EF0C-52B7-CE562B643B64}"/>
              </a:ext>
            </a:extLst>
          </p:cNvPr>
          <p:cNvGrpSpPr/>
          <p:nvPr/>
        </p:nvGrpSpPr>
        <p:grpSpPr>
          <a:xfrm>
            <a:off x="12129394" y="9417"/>
            <a:ext cx="6464935" cy="4738370"/>
            <a:chOff x="12061717" y="0"/>
            <a:chExt cx="6464935" cy="4738370"/>
          </a:xfrm>
        </p:grpSpPr>
        <p:sp>
          <p:nvSpPr>
            <p:cNvPr id="14" name="object 4">
              <a:extLst>
                <a:ext uri="{FF2B5EF4-FFF2-40B4-BE49-F238E27FC236}">
                  <a16:creationId xmlns:a16="http://schemas.microsoft.com/office/drawing/2014/main" id="{83A432CD-55F8-CFFB-F91F-10EB45018A2A}"/>
                </a:ext>
              </a:extLst>
            </p:cNvPr>
            <p:cNvSpPr/>
            <p:nvPr/>
          </p:nvSpPr>
          <p:spPr>
            <a:xfrm>
              <a:off x="17703715" y="2097010"/>
              <a:ext cx="584835" cy="633095"/>
            </a:xfrm>
            <a:custGeom>
              <a:avLst/>
              <a:gdLst/>
              <a:ahLst/>
              <a:cxnLst/>
              <a:rect l="l" t="t" r="r" b="b"/>
              <a:pathLst>
                <a:path w="584834" h="633094">
                  <a:moveTo>
                    <a:pt x="0" y="632551"/>
                  </a:moveTo>
                  <a:lnTo>
                    <a:pt x="584283" y="632551"/>
                  </a:lnTo>
                  <a:lnTo>
                    <a:pt x="584283" y="0"/>
                  </a:lnTo>
                  <a:lnTo>
                    <a:pt x="0" y="0"/>
                  </a:lnTo>
                  <a:lnTo>
                    <a:pt x="0" y="632551"/>
                  </a:lnTo>
                  <a:close/>
                </a:path>
              </a:pathLst>
            </a:custGeom>
            <a:solidFill>
              <a:srgbClr val="13975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5">
              <a:extLst>
                <a:ext uri="{FF2B5EF4-FFF2-40B4-BE49-F238E27FC236}">
                  <a16:creationId xmlns:a16="http://schemas.microsoft.com/office/drawing/2014/main" id="{C8E80BD3-7348-B84F-A067-4D0E9D04A72E}"/>
                </a:ext>
              </a:extLst>
            </p:cNvPr>
            <p:cNvSpPr/>
            <p:nvPr/>
          </p:nvSpPr>
          <p:spPr>
            <a:xfrm>
              <a:off x="17071241" y="2729562"/>
              <a:ext cx="1217295" cy="1265555"/>
            </a:xfrm>
            <a:custGeom>
              <a:avLst/>
              <a:gdLst/>
              <a:ahLst/>
              <a:cxnLst/>
              <a:rect l="l" t="t" r="r" b="b"/>
              <a:pathLst>
                <a:path w="1217294" h="1265554">
                  <a:moveTo>
                    <a:pt x="1216757" y="1265127"/>
                  </a:moveTo>
                  <a:lnTo>
                    <a:pt x="0" y="1265127"/>
                  </a:lnTo>
                  <a:lnTo>
                    <a:pt x="0" y="0"/>
                  </a:lnTo>
                  <a:lnTo>
                    <a:pt x="1216757" y="0"/>
                  </a:lnTo>
                  <a:lnTo>
                    <a:pt x="1216757" y="1265127"/>
                  </a:lnTo>
                  <a:close/>
                </a:path>
              </a:pathLst>
            </a:custGeom>
            <a:solidFill>
              <a:srgbClr val="0F6B3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7" name="object 6">
              <a:extLst>
                <a:ext uri="{FF2B5EF4-FFF2-40B4-BE49-F238E27FC236}">
                  <a16:creationId xmlns:a16="http://schemas.microsoft.com/office/drawing/2014/main" id="{39AF92FA-F5CC-9BF4-681E-616B5DE39AC8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2061717" y="0"/>
              <a:ext cx="6226281" cy="4737897"/>
            </a:xfrm>
            <a:prstGeom prst="rect">
              <a:avLst/>
            </a:prstGeom>
          </p:spPr>
        </p:pic>
        <p:pic>
          <p:nvPicPr>
            <p:cNvPr id="18" name="object 7">
              <a:extLst>
                <a:ext uri="{FF2B5EF4-FFF2-40B4-BE49-F238E27FC236}">
                  <a16:creationId xmlns:a16="http://schemas.microsoft.com/office/drawing/2014/main" id="{9106BA06-385F-A2D4-4584-DE41B30B3779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2606281" y="0"/>
              <a:ext cx="5681717" cy="4195217"/>
            </a:xfrm>
            <a:prstGeom prst="rect">
              <a:avLst/>
            </a:prstGeom>
          </p:spPr>
        </p:pic>
        <p:sp>
          <p:nvSpPr>
            <p:cNvPr id="19" name="object 8">
              <a:extLst>
                <a:ext uri="{FF2B5EF4-FFF2-40B4-BE49-F238E27FC236}">
                  <a16:creationId xmlns:a16="http://schemas.microsoft.com/office/drawing/2014/main" id="{C74A4B73-4259-86AB-5B91-82E19D0097F5}"/>
                </a:ext>
              </a:extLst>
            </p:cNvPr>
            <p:cNvSpPr/>
            <p:nvPr/>
          </p:nvSpPr>
          <p:spPr>
            <a:xfrm>
              <a:off x="12606297" y="385060"/>
              <a:ext cx="5681980" cy="3809365"/>
            </a:xfrm>
            <a:custGeom>
              <a:avLst/>
              <a:gdLst/>
              <a:ahLst/>
              <a:cxnLst/>
              <a:rect l="l" t="t" r="r" b="b"/>
              <a:pathLst>
                <a:path w="5681980" h="3809365">
                  <a:moveTo>
                    <a:pt x="2782812" y="3797457"/>
                  </a:moveTo>
                  <a:lnTo>
                    <a:pt x="2823503" y="3800918"/>
                  </a:lnTo>
                  <a:lnTo>
                    <a:pt x="2870994" y="3804220"/>
                  </a:lnTo>
                  <a:lnTo>
                    <a:pt x="2918682" y="3806799"/>
                  </a:lnTo>
                  <a:lnTo>
                    <a:pt x="2966560" y="3808647"/>
                  </a:lnTo>
                  <a:lnTo>
                    <a:pt x="2979298" y="3808942"/>
                  </a:lnTo>
                </a:path>
                <a:path w="5681980" h="3809365">
                  <a:moveTo>
                    <a:pt x="3146434" y="3808942"/>
                  </a:moveTo>
                  <a:lnTo>
                    <a:pt x="3159172" y="3808647"/>
                  </a:lnTo>
                  <a:lnTo>
                    <a:pt x="3207050" y="3806799"/>
                  </a:lnTo>
                  <a:lnTo>
                    <a:pt x="3254737" y="3804220"/>
                  </a:lnTo>
                  <a:lnTo>
                    <a:pt x="3302228" y="3800918"/>
                  </a:lnTo>
                  <a:lnTo>
                    <a:pt x="3342920" y="3797457"/>
                  </a:lnTo>
                </a:path>
                <a:path w="5681980" h="3809365">
                  <a:moveTo>
                    <a:pt x="2667387" y="3784757"/>
                  </a:moveTo>
                  <a:lnTo>
                    <a:pt x="2682261" y="3786716"/>
                  </a:lnTo>
                  <a:lnTo>
                    <a:pt x="2729131" y="3792160"/>
                  </a:lnTo>
                  <a:lnTo>
                    <a:pt x="2776214" y="3796896"/>
                  </a:lnTo>
                  <a:lnTo>
                    <a:pt x="2782812" y="3797457"/>
                  </a:lnTo>
                </a:path>
                <a:path w="5681980" h="3809365">
                  <a:moveTo>
                    <a:pt x="3342920" y="3797457"/>
                  </a:moveTo>
                  <a:lnTo>
                    <a:pt x="3349518" y="3796896"/>
                  </a:lnTo>
                  <a:lnTo>
                    <a:pt x="3396600" y="3792160"/>
                  </a:lnTo>
                  <a:lnTo>
                    <a:pt x="3443471" y="3786716"/>
                  </a:lnTo>
                  <a:lnTo>
                    <a:pt x="3458344" y="3784757"/>
                  </a:lnTo>
                </a:path>
                <a:path w="5681980" h="3809365">
                  <a:moveTo>
                    <a:pt x="2504772" y="3759357"/>
                  </a:moveTo>
                  <a:lnTo>
                    <a:pt x="2542979" y="3766191"/>
                  </a:lnTo>
                  <a:lnTo>
                    <a:pt x="2589179" y="3773726"/>
                  </a:lnTo>
                  <a:lnTo>
                    <a:pt x="2635608" y="3780570"/>
                  </a:lnTo>
                  <a:lnTo>
                    <a:pt x="2667387" y="3784757"/>
                  </a:lnTo>
                </a:path>
                <a:path w="5681980" h="3809365">
                  <a:moveTo>
                    <a:pt x="3458344" y="3784757"/>
                  </a:moveTo>
                  <a:lnTo>
                    <a:pt x="3490123" y="3780570"/>
                  </a:lnTo>
                  <a:lnTo>
                    <a:pt x="3536552" y="3773726"/>
                  </a:lnTo>
                  <a:lnTo>
                    <a:pt x="3582752" y="3766191"/>
                  </a:lnTo>
                  <a:lnTo>
                    <a:pt x="3620959" y="3759357"/>
                  </a:lnTo>
                </a:path>
                <a:path w="5681980" h="3809365">
                  <a:moveTo>
                    <a:pt x="91837" y="0"/>
                  </a:moveTo>
                  <a:lnTo>
                    <a:pt x="91799" y="159"/>
                  </a:lnTo>
                </a:path>
                <a:path w="5681980" h="3809365">
                  <a:moveTo>
                    <a:pt x="9227" y="507891"/>
                  </a:moveTo>
                  <a:lnTo>
                    <a:pt x="9208" y="508158"/>
                  </a:lnTo>
                </a:path>
                <a:path w="5681980" h="3809365">
                  <a:moveTo>
                    <a:pt x="260" y="711356"/>
                  </a:moveTo>
                  <a:lnTo>
                    <a:pt x="0" y="747250"/>
                  </a:lnTo>
                  <a:lnTo>
                    <a:pt x="16" y="749457"/>
                  </a:lnTo>
                  <a:lnTo>
                    <a:pt x="324" y="795493"/>
                  </a:lnTo>
                  <a:lnTo>
                    <a:pt x="1469" y="843556"/>
                  </a:lnTo>
                  <a:lnTo>
                    <a:pt x="3317" y="891434"/>
                  </a:lnTo>
                  <a:lnTo>
                    <a:pt x="5839" y="939125"/>
                  </a:lnTo>
                  <a:lnTo>
                    <a:pt x="9198" y="986613"/>
                  </a:lnTo>
                  <a:lnTo>
                    <a:pt x="13220" y="1033902"/>
                  </a:lnTo>
                  <a:lnTo>
                    <a:pt x="17956" y="1080985"/>
                  </a:lnTo>
                  <a:lnTo>
                    <a:pt x="23400" y="1127855"/>
                  </a:lnTo>
                  <a:lnTo>
                    <a:pt x="29546" y="1174508"/>
                  </a:lnTo>
                  <a:lnTo>
                    <a:pt x="36390" y="1220937"/>
                  </a:lnTo>
                  <a:lnTo>
                    <a:pt x="43925" y="1267137"/>
                  </a:lnTo>
                  <a:lnTo>
                    <a:pt x="52147" y="1313103"/>
                  </a:lnTo>
                  <a:lnTo>
                    <a:pt x="61000" y="1358841"/>
                  </a:lnTo>
                  <a:lnTo>
                    <a:pt x="70628" y="1404310"/>
                  </a:lnTo>
                  <a:lnTo>
                    <a:pt x="80876" y="1449541"/>
                  </a:lnTo>
                  <a:lnTo>
                    <a:pt x="91789" y="1494516"/>
                  </a:lnTo>
                  <a:lnTo>
                    <a:pt x="103361" y="1539229"/>
                  </a:lnTo>
                  <a:lnTo>
                    <a:pt x="115587" y="1583675"/>
                  </a:lnTo>
                  <a:lnTo>
                    <a:pt x="128460" y="1627849"/>
                  </a:lnTo>
                  <a:lnTo>
                    <a:pt x="141977" y="1671745"/>
                  </a:lnTo>
                  <a:lnTo>
                    <a:pt x="156131" y="1715358"/>
                  </a:lnTo>
                  <a:lnTo>
                    <a:pt x="170917" y="1758682"/>
                  </a:lnTo>
                  <a:lnTo>
                    <a:pt x="186329" y="1801712"/>
                  </a:lnTo>
                  <a:lnTo>
                    <a:pt x="202362" y="1844443"/>
                  </a:lnTo>
                  <a:lnTo>
                    <a:pt x="219011" y="1886868"/>
                  </a:lnTo>
                  <a:lnTo>
                    <a:pt x="236270" y="1928983"/>
                  </a:lnTo>
                  <a:lnTo>
                    <a:pt x="254134" y="1970782"/>
                  </a:lnTo>
                  <a:lnTo>
                    <a:pt x="272597" y="2012259"/>
                  </a:lnTo>
                  <a:lnTo>
                    <a:pt x="291653" y="2053410"/>
                  </a:lnTo>
                  <a:lnTo>
                    <a:pt x="311298" y="2094228"/>
                  </a:lnTo>
                  <a:lnTo>
                    <a:pt x="331526" y="2134709"/>
                  </a:lnTo>
                  <a:lnTo>
                    <a:pt x="352331" y="2174847"/>
                  </a:lnTo>
                  <a:lnTo>
                    <a:pt x="373708" y="2214635"/>
                  </a:lnTo>
                  <a:lnTo>
                    <a:pt x="395652" y="2254070"/>
                  </a:lnTo>
                  <a:lnTo>
                    <a:pt x="418156" y="2293146"/>
                  </a:lnTo>
                  <a:lnTo>
                    <a:pt x="441217" y="2331856"/>
                  </a:lnTo>
                  <a:lnTo>
                    <a:pt x="464827" y="2370196"/>
                  </a:lnTo>
                  <a:lnTo>
                    <a:pt x="488983" y="2408160"/>
                  </a:lnTo>
                  <a:lnTo>
                    <a:pt x="513677" y="2445743"/>
                  </a:lnTo>
                  <a:lnTo>
                    <a:pt x="538905" y="2482939"/>
                  </a:lnTo>
                  <a:lnTo>
                    <a:pt x="564662" y="2519743"/>
                  </a:lnTo>
                  <a:lnTo>
                    <a:pt x="590942" y="2556149"/>
                  </a:lnTo>
                  <a:lnTo>
                    <a:pt x="617739" y="2592152"/>
                  </a:lnTo>
                  <a:lnTo>
                    <a:pt x="645048" y="2627746"/>
                  </a:lnTo>
                  <a:lnTo>
                    <a:pt x="672864" y="2662927"/>
                  </a:lnTo>
                  <a:lnTo>
                    <a:pt x="701181" y="2697688"/>
                  </a:lnTo>
                  <a:lnTo>
                    <a:pt x="729994" y="2732024"/>
                  </a:lnTo>
                  <a:lnTo>
                    <a:pt x="759297" y="2765930"/>
                  </a:lnTo>
                  <a:lnTo>
                    <a:pt x="789084" y="2799400"/>
                  </a:lnTo>
                  <a:lnTo>
                    <a:pt x="819351" y="2832429"/>
                  </a:lnTo>
                  <a:lnTo>
                    <a:pt x="850093" y="2865011"/>
                  </a:lnTo>
                  <a:lnTo>
                    <a:pt x="881302" y="2897141"/>
                  </a:lnTo>
                  <a:lnTo>
                    <a:pt x="912974" y="2928814"/>
                  </a:lnTo>
                  <a:lnTo>
                    <a:pt x="945105" y="2960023"/>
                  </a:lnTo>
                  <a:lnTo>
                    <a:pt x="977687" y="2990764"/>
                  </a:lnTo>
                  <a:lnTo>
                    <a:pt x="1010716" y="3021031"/>
                  </a:lnTo>
                  <a:lnTo>
                    <a:pt x="1044186" y="3050819"/>
                  </a:lnTo>
                  <a:lnTo>
                    <a:pt x="1078092" y="3080122"/>
                  </a:lnTo>
                  <a:lnTo>
                    <a:pt x="1112428" y="3108935"/>
                  </a:lnTo>
                  <a:lnTo>
                    <a:pt x="1147189" y="3137252"/>
                  </a:lnTo>
                  <a:lnTo>
                    <a:pt x="1182369" y="3165068"/>
                  </a:lnTo>
                  <a:lnTo>
                    <a:pt x="1217964" y="3192377"/>
                  </a:lnTo>
                  <a:lnTo>
                    <a:pt x="1253967" y="3219174"/>
                  </a:lnTo>
                  <a:lnTo>
                    <a:pt x="1290373" y="3245454"/>
                  </a:lnTo>
                  <a:lnTo>
                    <a:pt x="1327177" y="3271210"/>
                  </a:lnTo>
                  <a:lnTo>
                    <a:pt x="1364373" y="3296439"/>
                  </a:lnTo>
                  <a:lnTo>
                    <a:pt x="1401956" y="3321133"/>
                  </a:lnTo>
                  <a:lnTo>
                    <a:pt x="1439920" y="3345289"/>
                  </a:lnTo>
                  <a:lnTo>
                    <a:pt x="1478260" y="3368899"/>
                  </a:lnTo>
                  <a:lnTo>
                    <a:pt x="1516970" y="3391959"/>
                  </a:lnTo>
                  <a:lnTo>
                    <a:pt x="1556046" y="3414464"/>
                  </a:lnTo>
                  <a:lnTo>
                    <a:pt x="1595480" y="3436408"/>
                  </a:lnTo>
                  <a:lnTo>
                    <a:pt x="1635269" y="3457785"/>
                  </a:lnTo>
                  <a:lnTo>
                    <a:pt x="1675407" y="3478590"/>
                  </a:lnTo>
                  <a:lnTo>
                    <a:pt x="1715888" y="3498818"/>
                  </a:lnTo>
                  <a:lnTo>
                    <a:pt x="1756706" y="3518463"/>
                  </a:lnTo>
                  <a:lnTo>
                    <a:pt x="1797857" y="3537519"/>
                  </a:lnTo>
                  <a:lnTo>
                    <a:pt x="1839259" y="3556106"/>
                  </a:lnTo>
                  <a:lnTo>
                    <a:pt x="1881133" y="3573846"/>
                  </a:lnTo>
                  <a:lnTo>
                    <a:pt x="1923248" y="3591105"/>
                  </a:lnTo>
                  <a:lnTo>
                    <a:pt x="1965673" y="3607753"/>
                  </a:lnTo>
                  <a:lnTo>
                    <a:pt x="2008404" y="3623787"/>
                  </a:lnTo>
                  <a:lnTo>
                    <a:pt x="2051434" y="3639199"/>
                  </a:lnTo>
                  <a:lnTo>
                    <a:pt x="2094758" y="3653985"/>
                  </a:lnTo>
                  <a:lnTo>
                    <a:pt x="2138371" y="3668139"/>
                  </a:lnTo>
                  <a:lnTo>
                    <a:pt x="2182267" y="3681656"/>
                  </a:lnTo>
                  <a:lnTo>
                    <a:pt x="2226441" y="3694529"/>
                  </a:lnTo>
                  <a:lnTo>
                    <a:pt x="2270887" y="3706755"/>
                  </a:lnTo>
                  <a:lnTo>
                    <a:pt x="2315600" y="3718327"/>
                  </a:lnTo>
                  <a:lnTo>
                    <a:pt x="2360575" y="3729240"/>
                  </a:lnTo>
                  <a:lnTo>
                    <a:pt x="2405805" y="3739488"/>
                  </a:lnTo>
                  <a:lnTo>
                    <a:pt x="2451287" y="3749066"/>
                  </a:lnTo>
                  <a:lnTo>
                    <a:pt x="2497013" y="3757969"/>
                  </a:lnTo>
                  <a:lnTo>
                    <a:pt x="2504772" y="3759357"/>
                  </a:lnTo>
                </a:path>
                <a:path w="5681980" h="3809365">
                  <a:moveTo>
                    <a:pt x="3620959" y="3759357"/>
                  </a:moveTo>
                  <a:lnTo>
                    <a:pt x="3674445" y="3749066"/>
                  </a:lnTo>
                  <a:lnTo>
                    <a:pt x="3719926" y="3739488"/>
                  </a:lnTo>
                  <a:lnTo>
                    <a:pt x="3765156" y="3729240"/>
                  </a:lnTo>
                  <a:lnTo>
                    <a:pt x="3810131" y="3718327"/>
                  </a:lnTo>
                  <a:lnTo>
                    <a:pt x="3854844" y="3706755"/>
                  </a:lnTo>
                  <a:lnTo>
                    <a:pt x="3899291" y="3694529"/>
                  </a:lnTo>
                  <a:lnTo>
                    <a:pt x="3943464" y="3681656"/>
                  </a:lnTo>
                  <a:lnTo>
                    <a:pt x="3987361" y="3668139"/>
                  </a:lnTo>
                  <a:lnTo>
                    <a:pt x="4030973" y="3653985"/>
                  </a:lnTo>
                  <a:lnTo>
                    <a:pt x="4074298" y="3639199"/>
                  </a:lnTo>
                  <a:lnTo>
                    <a:pt x="4117328" y="3623787"/>
                  </a:lnTo>
                  <a:lnTo>
                    <a:pt x="4160058" y="3607753"/>
                  </a:lnTo>
                  <a:lnTo>
                    <a:pt x="4202483" y="3591105"/>
                  </a:lnTo>
                  <a:lnTo>
                    <a:pt x="4244598" y="3573846"/>
                  </a:lnTo>
                  <a:lnTo>
                    <a:pt x="4286397" y="3555982"/>
                  </a:lnTo>
                  <a:lnTo>
                    <a:pt x="4327875" y="3537519"/>
                  </a:lnTo>
                  <a:lnTo>
                    <a:pt x="4369025" y="3518463"/>
                  </a:lnTo>
                  <a:lnTo>
                    <a:pt x="4409844" y="3498818"/>
                  </a:lnTo>
                  <a:lnTo>
                    <a:pt x="4450324" y="3478590"/>
                  </a:lnTo>
                  <a:lnTo>
                    <a:pt x="4490462" y="3457785"/>
                  </a:lnTo>
                  <a:lnTo>
                    <a:pt x="4530251" y="3436408"/>
                  </a:lnTo>
                  <a:lnTo>
                    <a:pt x="4569686" y="3414464"/>
                  </a:lnTo>
                  <a:lnTo>
                    <a:pt x="4608761" y="3391959"/>
                  </a:lnTo>
                  <a:lnTo>
                    <a:pt x="4647471" y="3368899"/>
                  </a:lnTo>
                  <a:lnTo>
                    <a:pt x="4685811" y="3345289"/>
                  </a:lnTo>
                  <a:lnTo>
                    <a:pt x="4723775" y="3321133"/>
                  </a:lnTo>
                  <a:lnTo>
                    <a:pt x="4761358" y="3296439"/>
                  </a:lnTo>
                  <a:lnTo>
                    <a:pt x="4798554" y="3271210"/>
                  </a:lnTo>
                  <a:lnTo>
                    <a:pt x="4835358" y="3245454"/>
                  </a:lnTo>
                  <a:lnTo>
                    <a:pt x="4871764" y="3219174"/>
                  </a:lnTo>
                  <a:lnTo>
                    <a:pt x="4907767" y="3192377"/>
                  </a:lnTo>
                  <a:lnTo>
                    <a:pt x="4943362" y="3165068"/>
                  </a:lnTo>
                  <a:lnTo>
                    <a:pt x="4978542" y="3137252"/>
                  </a:lnTo>
                  <a:lnTo>
                    <a:pt x="5013303" y="3108935"/>
                  </a:lnTo>
                  <a:lnTo>
                    <a:pt x="5047640" y="3080122"/>
                  </a:lnTo>
                  <a:lnTo>
                    <a:pt x="5081546" y="3050819"/>
                  </a:lnTo>
                  <a:lnTo>
                    <a:pt x="5115016" y="3021031"/>
                  </a:lnTo>
                  <a:lnTo>
                    <a:pt x="5148045" y="2990764"/>
                  </a:lnTo>
                  <a:lnTo>
                    <a:pt x="5180627" y="2960023"/>
                  </a:lnTo>
                  <a:lnTo>
                    <a:pt x="5212757" y="2928814"/>
                  </a:lnTo>
                  <a:lnTo>
                    <a:pt x="5244429" y="2897141"/>
                  </a:lnTo>
                  <a:lnTo>
                    <a:pt x="5275639" y="2865011"/>
                  </a:lnTo>
                  <a:lnTo>
                    <a:pt x="5306380" y="2832429"/>
                  </a:lnTo>
                  <a:lnTo>
                    <a:pt x="5336647" y="2799400"/>
                  </a:lnTo>
                  <a:lnTo>
                    <a:pt x="5366435" y="2765930"/>
                  </a:lnTo>
                  <a:lnTo>
                    <a:pt x="5395738" y="2732024"/>
                  </a:lnTo>
                  <a:lnTo>
                    <a:pt x="5424550" y="2697688"/>
                  </a:lnTo>
                  <a:lnTo>
                    <a:pt x="5452867" y="2662927"/>
                  </a:lnTo>
                  <a:lnTo>
                    <a:pt x="5480683" y="2627746"/>
                  </a:lnTo>
                  <a:lnTo>
                    <a:pt x="5507992" y="2592152"/>
                  </a:lnTo>
                  <a:lnTo>
                    <a:pt x="5534789" y="2556149"/>
                  </a:lnTo>
                  <a:lnTo>
                    <a:pt x="5561069" y="2519743"/>
                  </a:lnTo>
                  <a:lnTo>
                    <a:pt x="5586826" y="2482939"/>
                  </a:lnTo>
                  <a:lnTo>
                    <a:pt x="5612054" y="2445743"/>
                  </a:lnTo>
                  <a:lnTo>
                    <a:pt x="5636749" y="2408160"/>
                  </a:lnTo>
                  <a:lnTo>
                    <a:pt x="5660904" y="2370196"/>
                  </a:lnTo>
                  <a:lnTo>
                    <a:pt x="5681701" y="2336424"/>
                  </a:lnTo>
                </a:path>
              </a:pathLst>
            </a:custGeom>
            <a:ln w="476249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200979094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76129F5E-E72A-BFF0-B690-488341E5E54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44017285"/>
              </p:ext>
            </p:extLst>
          </p:nvPr>
        </p:nvGraphicFramePr>
        <p:xfrm>
          <a:off x="552449" y="2705100"/>
          <a:ext cx="17183102" cy="671918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624714">
                  <a:extLst>
                    <a:ext uri="{9D8B030D-6E8A-4147-A177-3AD203B41FA5}">
                      <a16:colId xmlns:a16="http://schemas.microsoft.com/office/drawing/2014/main" val="3858986920"/>
                    </a:ext>
                  </a:extLst>
                </a:gridCol>
                <a:gridCol w="1022191">
                  <a:extLst>
                    <a:ext uri="{9D8B030D-6E8A-4147-A177-3AD203B41FA5}">
                      <a16:colId xmlns:a16="http://schemas.microsoft.com/office/drawing/2014/main" val="2795031898"/>
                    </a:ext>
                  </a:extLst>
                </a:gridCol>
                <a:gridCol w="1019848">
                  <a:extLst>
                    <a:ext uri="{9D8B030D-6E8A-4147-A177-3AD203B41FA5}">
                      <a16:colId xmlns:a16="http://schemas.microsoft.com/office/drawing/2014/main" val="3822687214"/>
                    </a:ext>
                  </a:extLst>
                </a:gridCol>
                <a:gridCol w="1169164">
                  <a:extLst>
                    <a:ext uri="{9D8B030D-6E8A-4147-A177-3AD203B41FA5}">
                      <a16:colId xmlns:a16="http://schemas.microsoft.com/office/drawing/2014/main" val="2345554337"/>
                    </a:ext>
                  </a:extLst>
                </a:gridCol>
                <a:gridCol w="148144">
                  <a:extLst>
                    <a:ext uri="{9D8B030D-6E8A-4147-A177-3AD203B41FA5}">
                      <a16:colId xmlns:a16="http://schemas.microsoft.com/office/drawing/2014/main" val="1746267486"/>
                    </a:ext>
                  </a:extLst>
                </a:gridCol>
                <a:gridCol w="1021601">
                  <a:extLst>
                    <a:ext uri="{9D8B030D-6E8A-4147-A177-3AD203B41FA5}">
                      <a16:colId xmlns:a16="http://schemas.microsoft.com/office/drawing/2014/main" val="3434856097"/>
                    </a:ext>
                  </a:extLst>
                </a:gridCol>
                <a:gridCol w="1022180">
                  <a:extLst>
                    <a:ext uri="{9D8B030D-6E8A-4147-A177-3AD203B41FA5}">
                      <a16:colId xmlns:a16="http://schemas.microsoft.com/office/drawing/2014/main" val="3175003863"/>
                    </a:ext>
                  </a:extLst>
                </a:gridCol>
                <a:gridCol w="1022180">
                  <a:extLst>
                    <a:ext uri="{9D8B030D-6E8A-4147-A177-3AD203B41FA5}">
                      <a16:colId xmlns:a16="http://schemas.microsoft.com/office/drawing/2014/main" val="2199844517"/>
                    </a:ext>
                  </a:extLst>
                </a:gridCol>
                <a:gridCol w="1022180">
                  <a:extLst>
                    <a:ext uri="{9D8B030D-6E8A-4147-A177-3AD203B41FA5}">
                      <a16:colId xmlns:a16="http://schemas.microsoft.com/office/drawing/2014/main" val="3297492055"/>
                    </a:ext>
                  </a:extLst>
                </a:gridCol>
                <a:gridCol w="1022180">
                  <a:extLst>
                    <a:ext uri="{9D8B030D-6E8A-4147-A177-3AD203B41FA5}">
                      <a16:colId xmlns:a16="http://schemas.microsoft.com/office/drawing/2014/main" val="1531276942"/>
                    </a:ext>
                  </a:extLst>
                </a:gridCol>
                <a:gridCol w="1022180">
                  <a:extLst>
                    <a:ext uri="{9D8B030D-6E8A-4147-A177-3AD203B41FA5}">
                      <a16:colId xmlns:a16="http://schemas.microsoft.com/office/drawing/2014/main" val="385256578"/>
                    </a:ext>
                  </a:extLst>
                </a:gridCol>
                <a:gridCol w="1022180">
                  <a:extLst>
                    <a:ext uri="{9D8B030D-6E8A-4147-A177-3AD203B41FA5}">
                      <a16:colId xmlns:a16="http://schemas.microsoft.com/office/drawing/2014/main" val="542475223"/>
                    </a:ext>
                  </a:extLst>
                </a:gridCol>
                <a:gridCol w="1022180">
                  <a:extLst>
                    <a:ext uri="{9D8B030D-6E8A-4147-A177-3AD203B41FA5}">
                      <a16:colId xmlns:a16="http://schemas.microsoft.com/office/drawing/2014/main" val="613737637"/>
                    </a:ext>
                  </a:extLst>
                </a:gridCol>
                <a:gridCol w="1022180">
                  <a:extLst>
                    <a:ext uri="{9D8B030D-6E8A-4147-A177-3AD203B41FA5}">
                      <a16:colId xmlns:a16="http://schemas.microsoft.com/office/drawing/2014/main" val="802804983"/>
                    </a:ext>
                  </a:extLst>
                </a:gridCol>
              </a:tblGrid>
              <a:tr h="548173">
                <a:tc>
                  <a:txBody>
                    <a:bodyPr/>
                    <a:lstStyle/>
                    <a:p>
                      <a:endParaRPr lang="en-US" sz="1500" b="1" dirty="0"/>
                    </a:p>
                  </a:txBody>
                  <a:tcPr marL="76200" marR="76200" marT="38100" marB="3810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 gridSpan="4"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solidFill>
                            <a:schemeClr val="bg1"/>
                          </a:solidFill>
                        </a:rPr>
                        <a:t>Q1</a:t>
                      </a:r>
                    </a:p>
                  </a:txBody>
                  <a:tcPr marL="76200" marR="76200" marT="38100" marB="38100">
                    <a:lnL w="12700" cmpd="sng">
                      <a:noFill/>
                    </a:lnL>
                    <a:solidFill>
                      <a:schemeClr val="accent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solidFill>
                            <a:schemeClr val="bg1"/>
                          </a:solidFill>
                        </a:rPr>
                        <a:t>Q2</a:t>
                      </a:r>
                    </a:p>
                  </a:txBody>
                  <a:tcPr marL="76200" marR="76200" marT="38100" marB="38100">
                    <a:solidFill>
                      <a:schemeClr val="accent6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1500" b="1" dirty="0">
                        <a:solidFill>
                          <a:schemeClr val="bg1"/>
                        </a:solidFill>
                      </a:endParaRPr>
                    </a:p>
                  </a:txBody>
                  <a:tcPr marL="76200" marR="76200" marT="38100" marB="38100">
                    <a:solidFill>
                      <a:schemeClr val="accent2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1500" b="1" dirty="0">
                        <a:solidFill>
                          <a:schemeClr val="bg1"/>
                        </a:solidFill>
                      </a:endParaRPr>
                    </a:p>
                  </a:txBody>
                  <a:tcPr marL="76200" marR="76200" marT="38100" marB="38100">
                    <a:solidFill>
                      <a:schemeClr val="accent2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solidFill>
                            <a:schemeClr val="bg1"/>
                          </a:solidFill>
                        </a:rPr>
                        <a:t>Q3</a:t>
                      </a:r>
                    </a:p>
                  </a:txBody>
                  <a:tcPr marL="76200" marR="76200" marT="38100" marB="38100">
                    <a:solidFill>
                      <a:schemeClr val="bg2">
                        <a:lumMod val="5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1500" b="1" dirty="0">
                        <a:solidFill>
                          <a:schemeClr val="bg1"/>
                        </a:solidFill>
                      </a:endParaRPr>
                    </a:p>
                  </a:txBody>
                  <a:tcPr marL="76200" marR="76200" marT="38100" marB="38100">
                    <a:solidFill>
                      <a:schemeClr val="accent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dirty="0"/>
                    </a:p>
                  </a:txBody>
                  <a:tcPr marL="76200" marR="76200" marT="38100" marB="38100">
                    <a:solidFill>
                      <a:schemeClr val="accent6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solidFill>
                            <a:schemeClr val="bg1"/>
                          </a:solidFill>
                        </a:rPr>
                        <a:t>Q4</a:t>
                      </a:r>
                    </a:p>
                  </a:txBody>
                  <a:tcPr marL="76200" marR="76200" marT="38100" marB="38100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1500" b="1" dirty="0">
                        <a:solidFill>
                          <a:schemeClr val="bg1"/>
                        </a:solidFill>
                      </a:endParaRPr>
                    </a:p>
                  </a:txBody>
                  <a:tcPr marL="76200" marR="76200" marT="38100" marB="38100">
                    <a:solidFill>
                      <a:schemeClr val="accent6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11316348"/>
                  </a:ext>
                </a:extLst>
              </a:tr>
              <a:tr h="1205981">
                <a:tc>
                  <a:txBody>
                    <a:bodyPr/>
                    <a:lstStyle/>
                    <a:p>
                      <a:pPr algn="ctr"/>
                      <a:r>
                        <a:rPr lang="en-US" sz="3600" b="1" kern="1200" dirty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Activity</a:t>
                      </a:r>
                    </a:p>
                  </a:txBody>
                  <a:tcPr marL="76200" marR="76200" marT="38100" marB="3810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solidFill>
                            <a:schemeClr val="bg1"/>
                          </a:solidFill>
                        </a:rPr>
                        <a:t>JAN</a:t>
                      </a:r>
                    </a:p>
                  </a:txBody>
                  <a:tcPr marL="76200" marR="76200" marT="38100" marB="38100">
                    <a:lnL w="12700" cmpd="sng">
                      <a:noFill/>
                    </a:lnL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1" dirty="0">
                          <a:solidFill>
                            <a:schemeClr val="bg1"/>
                          </a:solidFill>
                        </a:rPr>
                        <a:t>FEB</a:t>
                      </a:r>
                    </a:p>
                    <a:p>
                      <a:endParaRPr lang="en-US" sz="1500" b="1" dirty="0"/>
                    </a:p>
                  </a:txBody>
                  <a:tcPr marL="76200" marR="76200" marT="38100" marB="38100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1" dirty="0">
                          <a:solidFill>
                            <a:schemeClr val="bg1"/>
                          </a:solidFill>
                        </a:rPr>
                        <a:t>MAR</a:t>
                      </a:r>
                      <a:endParaRPr lang="en-US" sz="2400" b="1" dirty="0"/>
                    </a:p>
                  </a:txBody>
                  <a:tcPr marL="76200" marR="76200" marT="38100" marB="38100">
                    <a:solidFill>
                      <a:schemeClr val="accent1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109728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1" dirty="0">
                          <a:solidFill>
                            <a:schemeClr val="bg1"/>
                          </a:solidFill>
                        </a:rPr>
                        <a:t>APR</a:t>
                      </a:r>
                    </a:p>
                    <a:p>
                      <a:endParaRPr lang="en-US" sz="1500" b="1" dirty="0"/>
                    </a:p>
                  </a:txBody>
                  <a:tcPr marL="76200" marR="76200" marT="38100" marB="38100">
                    <a:solidFill>
                      <a:schemeClr val="accent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1" dirty="0">
                          <a:solidFill>
                            <a:schemeClr val="bg1"/>
                          </a:solidFill>
                        </a:rPr>
                        <a:t>MAY</a:t>
                      </a:r>
                    </a:p>
                    <a:p>
                      <a:endParaRPr lang="en-US" sz="1500" b="1" dirty="0"/>
                    </a:p>
                  </a:txBody>
                  <a:tcPr marL="76200" marR="76200" marT="38100" marB="38100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1" dirty="0">
                          <a:solidFill>
                            <a:schemeClr val="bg1"/>
                          </a:solidFill>
                        </a:rPr>
                        <a:t>JUN</a:t>
                      </a:r>
                    </a:p>
                    <a:p>
                      <a:endParaRPr lang="en-US" sz="1500" b="1" dirty="0"/>
                    </a:p>
                  </a:txBody>
                  <a:tcPr marL="76200" marR="76200" marT="38100" marB="38100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1" dirty="0">
                          <a:solidFill>
                            <a:schemeClr val="bg1"/>
                          </a:solidFill>
                        </a:rPr>
                        <a:t>JUL</a:t>
                      </a:r>
                      <a:endParaRPr lang="en-US" sz="2400" b="1" dirty="0"/>
                    </a:p>
                  </a:txBody>
                  <a:tcPr marL="76200" marR="76200" marT="38100" marB="38100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1" dirty="0">
                          <a:solidFill>
                            <a:schemeClr val="bg1"/>
                          </a:solidFill>
                        </a:rPr>
                        <a:t>AUG</a:t>
                      </a:r>
                    </a:p>
                    <a:p>
                      <a:endParaRPr lang="en-US" sz="1500" b="1" dirty="0"/>
                    </a:p>
                  </a:txBody>
                  <a:tcPr marL="76200" marR="76200" marT="38100" marB="38100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1" dirty="0">
                          <a:solidFill>
                            <a:schemeClr val="bg1"/>
                          </a:solidFill>
                        </a:rPr>
                        <a:t>SEP</a:t>
                      </a:r>
                    </a:p>
                    <a:p>
                      <a:endParaRPr lang="en-US" sz="1500" b="1" dirty="0"/>
                    </a:p>
                  </a:txBody>
                  <a:tcPr marL="76200" marR="76200" marT="38100" marB="38100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1" dirty="0">
                          <a:solidFill>
                            <a:schemeClr val="bg1"/>
                          </a:solidFill>
                        </a:rPr>
                        <a:t>OCT</a:t>
                      </a:r>
                    </a:p>
                  </a:txBody>
                  <a:tcPr marL="76200" marR="76200" marT="38100" marB="38100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1" dirty="0">
                          <a:solidFill>
                            <a:schemeClr val="bg1"/>
                          </a:solidFill>
                        </a:rPr>
                        <a:t>NOV</a:t>
                      </a:r>
                    </a:p>
                    <a:p>
                      <a:endParaRPr lang="en-US" sz="1500" b="1" dirty="0"/>
                    </a:p>
                  </a:txBody>
                  <a:tcPr marL="76200" marR="76200" marT="38100" marB="38100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1" dirty="0">
                          <a:solidFill>
                            <a:schemeClr val="bg1"/>
                          </a:solidFill>
                        </a:rPr>
                        <a:t> DEC</a:t>
                      </a:r>
                    </a:p>
                    <a:p>
                      <a:endParaRPr lang="en-US" sz="1500" b="1" dirty="0"/>
                    </a:p>
                  </a:txBody>
                  <a:tcPr marL="76200" marR="76200" marT="38100" marB="38100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87302585"/>
                  </a:ext>
                </a:extLst>
              </a:tr>
              <a:tr h="645537">
                <a:tc>
                  <a:txBody>
                    <a:bodyPr/>
                    <a:lstStyle/>
                    <a:p>
                      <a:r>
                        <a:rPr lang="en-US" sz="2400" b="1" dirty="0">
                          <a:solidFill>
                            <a:schemeClr val="bg1"/>
                          </a:solidFill>
                        </a:rPr>
                        <a:t>Research &amp; Requirement Analysis</a:t>
                      </a:r>
                    </a:p>
                  </a:txBody>
                  <a:tcPr marL="76200" marR="76200" marT="38100" marB="38100">
                    <a:lnT w="12700" cmpd="sng">
                      <a:noFill/>
                    </a:lnT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500" b="1"/>
                    </a:p>
                  </a:txBody>
                  <a:tcPr marL="76200" marR="76200" marT="38100" marB="38100"/>
                </a:tc>
                <a:tc>
                  <a:txBody>
                    <a:bodyPr/>
                    <a:lstStyle/>
                    <a:p>
                      <a:endParaRPr lang="en-US" sz="1500" b="1"/>
                    </a:p>
                  </a:txBody>
                  <a:tcPr marL="76200" marR="76200" marT="38100" marB="38100"/>
                </a:tc>
                <a:tc>
                  <a:txBody>
                    <a:bodyPr/>
                    <a:lstStyle/>
                    <a:p>
                      <a:endParaRPr lang="en-US" sz="1500" b="1"/>
                    </a:p>
                  </a:txBody>
                  <a:tcPr marL="76200" marR="76200" marT="38100" marB="38100"/>
                </a:tc>
                <a:tc gridSpan="2">
                  <a:txBody>
                    <a:bodyPr/>
                    <a:lstStyle/>
                    <a:p>
                      <a:endParaRPr lang="en-US" sz="1500" b="1" dirty="0"/>
                    </a:p>
                  </a:txBody>
                  <a:tcPr marL="76200" marR="76200" marT="38100" marB="38100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500" b="1"/>
                    </a:p>
                  </a:txBody>
                  <a:tcPr marL="76200" marR="76200" marT="38100" marB="38100"/>
                </a:tc>
                <a:tc>
                  <a:txBody>
                    <a:bodyPr/>
                    <a:lstStyle/>
                    <a:p>
                      <a:endParaRPr lang="en-US" sz="1500" b="1"/>
                    </a:p>
                  </a:txBody>
                  <a:tcPr marL="76200" marR="76200" marT="38100" marB="38100"/>
                </a:tc>
                <a:tc>
                  <a:txBody>
                    <a:bodyPr/>
                    <a:lstStyle/>
                    <a:p>
                      <a:endParaRPr lang="en-US" sz="1500" b="1"/>
                    </a:p>
                  </a:txBody>
                  <a:tcPr marL="76200" marR="76200" marT="38100" marB="38100"/>
                </a:tc>
                <a:tc>
                  <a:txBody>
                    <a:bodyPr/>
                    <a:lstStyle/>
                    <a:p>
                      <a:endParaRPr lang="en-US" sz="1500" b="1"/>
                    </a:p>
                  </a:txBody>
                  <a:tcPr marL="76200" marR="76200" marT="38100" marB="38100"/>
                </a:tc>
                <a:tc>
                  <a:txBody>
                    <a:bodyPr/>
                    <a:lstStyle/>
                    <a:p>
                      <a:endParaRPr lang="en-US" sz="1500" b="1"/>
                    </a:p>
                  </a:txBody>
                  <a:tcPr marL="76200" marR="76200" marT="38100" marB="38100"/>
                </a:tc>
                <a:tc>
                  <a:txBody>
                    <a:bodyPr/>
                    <a:lstStyle/>
                    <a:p>
                      <a:endParaRPr lang="en-US" sz="1500" b="1"/>
                    </a:p>
                  </a:txBody>
                  <a:tcPr marL="76200" marR="76200" marT="38100" marB="38100"/>
                </a:tc>
                <a:tc>
                  <a:txBody>
                    <a:bodyPr/>
                    <a:lstStyle/>
                    <a:p>
                      <a:endParaRPr lang="en-US" sz="1500" b="1"/>
                    </a:p>
                  </a:txBody>
                  <a:tcPr marL="76200" marR="76200" marT="38100" marB="38100"/>
                </a:tc>
                <a:tc>
                  <a:txBody>
                    <a:bodyPr/>
                    <a:lstStyle/>
                    <a:p>
                      <a:endParaRPr lang="en-US" sz="1500" b="1"/>
                    </a:p>
                  </a:txBody>
                  <a:tcPr marL="76200" marR="76200" marT="38100" marB="38100"/>
                </a:tc>
                <a:extLst>
                  <a:ext uri="{0D108BD9-81ED-4DB2-BD59-A6C34878D82A}">
                    <a16:rowId xmlns:a16="http://schemas.microsoft.com/office/drawing/2014/main" val="2083575768"/>
                  </a:ext>
                </a:extLst>
              </a:tr>
              <a:tr h="645537">
                <a:tc>
                  <a:txBody>
                    <a:bodyPr/>
                    <a:lstStyle/>
                    <a:p>
                      <a:r>
                        <a:rPr lang="en-US" sz="2400" b="1" dirty="0">
                          <a:solidFill>
                            <a:schemeClr val="bg1"/>
                          </a:solidFill>
                        </a:rPr>
                        <a:t>System Design (Irrigation + Drone)</a:t>
                      </a:r>
                    </a:p>
                  </a:txBody>
                  <a:tcPr marL="76200" marR="76200" marT="38100" marB="38100"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500" b="1"/>
                    </a:p>
                  </a:txBody>
                  <a:tcPr marL="76200" marR="76200" marT="38100" marB="38100"/>
                </a:tc>
                <a:tc>
                  <a:txBody>
                    <a:bodyPr/>
                    <a:lstStyle/>
                    <a:p>
                      <a:endParaRPr lang="en-US" sz="1500" b="1"/>
                    </a:p>
                  </a:txBody>
                  <a:tcPr marL="76200" marR="76200" marT="38100" marB="38100"/>
                </a:tc>
                <a:tc>
                  <a:txBody>
                    <a:bodyPr/>
                    <a:lstStyle/>
                    <a:p>
                      <a:endParaRPr lang="en-US" sz="1500" b="1" dirty="0"/>
                    </a:p>
                  </a:txBody>
                  <a:tcPr marL="76200" marR="76200" marT="38100" marB="38100"/>
                </a:tc>
                <a:tc gridSpan="2">
                  <a:txBody>
                    <a:bodyPr/>
                    <a:lstStyle/>
                    <a:p>
                      <a:endParaRPr lang="en-US" sz="1500" b="1" dirty="0"/>
                    </a:p>
                  </a:txBody>
                  <a:tcPr marL="76200" marR="76200" marT="38100" marB="38100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500" b="1"/>
                    </a:p>
                  </a:txBody>
                  <a:tcPr marL="76200" marR="76200" marT="38100" marB="38100"/>
                </a:tc>
                <a:tc>
                  <a:txBody>
                    <a:bodyPr/>
                    <a:lstStyle/>
                    <a:p>
                      <a:endParaRPr lang="en-US" sz="1500" b="1" dirty="0"/>
                    </a:p>
                  </a:txBody>
                  <a:tcPr marL="76200" marR="76200" marT="38100" marB="38100"/>
                </a:tc>
                <a:tc>
                  <a:txBody>
                    <a:bodyPr/>
                    <a:lstStyle/>
                    <a:p>
                      <a:endParaRPr lang="en-US" sz="1500" b="1"/>
                    </a:p>
                  </a:txBody>
                  <a:tcPr marL="76200" marR="76200" marT="38100" marB="38100"/>
                </a:tc>
                <a:tc>
                  <a:txBody>
                    <a:bodyPr/>
                    <a:lstStyle/>
                    <a:p>
                      <a:endParaRPr lang="en-US" sz="1500" b="1"/>
                    </a:p>
                  </a:txBody>
                  <a:tcPr marL="76200" marR="76200" marT="38100" marB="38100"/>
                </a:tc>
                <a:tc>
                  <a:txBody>
                    <a:bodyPr/>
                    <a:lstStyle/>
                    <a:p>
                      <a:endParaRPr lang="en-US" sz="1500" b="1"/>
                    </a:p>
                  </a:txBody>
                  <a:tcPr marL="76200" marR="76200" marT="38100" marB="38100"/>
                </a:tc>
                <a:tc>
                  <a:txBody>
                    <a:bodyPr/>
                    <a:lstStyle/>
                    <a:p>
                      <a:endParaRPr lang="en-US" sz="1500" b="1"/>
                    </a:p>
                  </a:txBody>
                  <a:tcPr marL="76200" marR="76200" marT="38100" marB="38100"/>
                </a:tc>
                <a:tc>
                  <a:txBody>
                    <a:bodyPr/>
                    <a:lstStyle/>
                    <a:p>
                      <a:endParaRPr lang="en-US" sz="1500" b="1"/>
                    </a:p>
                  </a:txBody>
                  <a:tcPr marL="76200" marR="76200" marT="38100" marB="38100"/>
                </a:tc>
                <a:tc>
                  <a:txBody>
                    <a:bodyPr/>
                    <a:lstStyle/>
                    <a:p>
                      <a:endParaRPr lang="en-US" sz="1500" b="1"/>
                    </a:p>
                  </a:txBody>
                  <a:tcPr marL="76200" marR="76200" marT="38100" marB="38100"/>
                </a:tc>
                <a:extLst>
                  <a:ext uri="{0D108BD9-81ED-4DB2-BD59-A6C34878D82A}">
                    <a16:rowId xmlns:a16="http://schemas.microsoft.com/office/drawing/2014/main" val="3549533938"/>
                  </a:ext>
                </a:extLst>
              </a:tr>
              <a:tr h="645537">
                <a:tc>
                  <a:txBody>
                    <a:bodyPr/>
                    <a:lstStyle/>
                    <a:p>
                      <a:r>
                        <a:rPr lang="en-US" sz="2400" b="1" dirty="0">
                          <a:solidFill>
                            <a:schemeClr val="bg1"/>
                          </a:solidFill>
                        </a:rPr>
                        <a:t>Hardware Selection &amp; Setup</a:t>
                      </a:r>
                    </a:p>
                  </a:txBody>
                  <a:tcPr marL="76200" marR="76200" marT="38100" marB="38100"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500" b="1"/>
                    </a:p>
                  </a:txBody>
                  <a:tcPr marL="76200" marR="76200" marT="38100" marB="38100"/>
                </a:tc>
                <a:tc>
                  <a:txBody>
                    <a:bodyPr/>
                    <a:lstStyle/>
                    <a:p>
                      <a:endParaRPr lang="en-US" sz="1500" b="1"/>
                    </a:p>
                  </a:txBody>
                  <a:tcPr marL="76200" marR="76200" marT="38100" marB="38100"/>
                </a:tc>
                <a:tc>
                  <a:txBody>
                    <a:bodyPr/>
                    <a:lstStyle/>
                    <a:p>
                      <a:endParaRPr lang="en-US" sz="1500" b="1"/>
                    </a:p>
                  </a:txBody>
                  <a:tcPr marL="76200" marR="76200" marT="38100" marB="38100"/>
                </a:tc>
                <a:tc gridSpan="2">
                  <a:txBody>
                    <a:bodyPr/>
                    <a:lstStyle/>
                    <a:p>
                      <a:endParaRPr lang="en-US" sz="1500" b="1"/>
                    </a:p>
                  </a:txBody>
                  <a:tcPr marL="76200" marR="76200" marT="38100" marB="38100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500" b="1"/>
                    </a:p>
                  </a:txBody>
                  <a:tcPr marL="76200" marR="76200" marT="38100" marB="38100"/>
                </a:tc>
                <a:tc>
                  <a:txBody>
                    <a:bodyPr/>
                    <a:lstStyle/>
                    <a:p>
                      <a:endParaRPr lang="en-US" sz="1500" b="1"/>
                    </a:p>
                  </a:txBody>
                  <a:tcPr marL="76200" marR="76200" marT="38100" marB="38100"/>
                </a:tc>
                <a:tc>
                  <a:txBody>
                    <a:bodyPr/>
                    <a:lstStyle/>
                    <a:p>
                      <a:endParaRPr lang="en-US" sz="1500" b="1"/>
                    </a:p>
                  </a:txBody>
                  <a:tcPr marL="76200" marR="76200" marT="38100" marB="38100"/>
                </a:tc>
                <a:tc>
                  <a:txBody>
                    <a:bodyPr/>
                    <a:lstStyle/>
                    <a:p>
                      <a:endParaRPr lang="en-US" sz="1500" b="1"/>
                    </a:p>
                  </a:txBody>
                  <a:tcPr marL="76200" marR="76200" marT="38100" marB="38100"/>
                </a:tc>
                <a:tc>
                  <a:txBody>
                    <a:bodyPr/>
                    <a:lstStyle/>
                    <a:p>
                      <a:endParaRPr lang="en-US" sz="1500" b="1"/>
                    </a:p>
                  </a:txBody>
                  <a:tcPr marL="76200" marR="76200" marT="38100" marB="38100"/>
                </a:tc>
                <a:tc>
                  <a:txBody>
                    <a:bodyPr/>
                    <a:lstStyle/>
                    <a:p>
                      <a:endParaRPr lang="en-US" sz="1500" b="1" dirty="0"/>
                    </a:p>
                  </a:txBody>
                  <a:tcPr marL="76200" marR="76200" marT="38100" marB="38100"/>
                </a:tc>
                <a:tc>
                  <a:txBody>
                    <a:bodyPr/>
                    <a:lstStyle/>
                    <a:p>
                      <a:endParaRPr lang="en-US" sz="1500" b="1" dirty="0"/>
                    </a:p>
                  </a:txBody>
                  <a:tcPr marL="76200" marR="76200" marT="38100" marB="38100"/>
                </a:tc>
                <a:tc>
                  <a:txBody>
                    <a:bodyPr/>
                    <a:lstStyle/>
                    <a:p>
                      <a:endParaRPr lang="en-US" sz="1500" b="1"/>
                    </a:p>
                  </a:txBody>
                  <a:tcPr marL="76200" marR="76200" marT="38100" marB="38100"/>
                </a:tc>
                <a:extLst>
                  <a:ext uri="{0D108BD9-81ED-4DB2-BD59-A6C34878D82A}">
                    <a16:rowId xmlns:a16="http://schemas.microsoft.com/office/drawing/2014/main" val="345919056"/>
                  </a:ext>
                </a:extLst>
              </a:tr>
              <a:tr h="645537">
                <a:tc>
                  <a:txBody>
                    <a:bodyPr/>
                    <a:lstStyle/>
                    <a:p>
                      <a:r>
                        <a:rPr lang="en-US" sz="2400" b="1" dirty="0">
                          <a:solidFill>
                            <a:schemeClr val="bg1"/>
                          </a:solidFill>
                        </a:rPr>
                        <a:t>Software Development (IoT + Cloud)</a:t>
                      </a:r>
                    </a:p>
                  </a:txBody>
                  <a:tcPr marL="76200" marR="76200" marT="38100" marB="38100"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500" b="1" dirty="0"/>
                    </a:p>
                  </a:txBody>
                  <a:tcPr marL="76200" marR="76200" marT="38100" marB="38100"/>
                </a:tc>
                <a:tc>
                  <a:txBody>
                    <a:bodyPr/>
                    <a:lstStyle/>
                    <a:p>
                      <a:endParaRPr lang="en-US" sz="1500" b="1"/>
                    </a:p>
                  </a:txBody>
                  <a:tcPr marL="76200" marR="76200" marT="38100" marB="38100"/>
                </a:tc>
                <a:tc>
                  <a:txBody>
                    <a:bodyPr/>
                    <a:lstStyle/>
                    <a:p>
                      <a:endParaRPr lang="en-US" sz="1500" b="1"/>
                    </a:p>
                  </a:txBody>
                  <a:tcPr marL="76200" marR="76200" marT="38100" marB="38100"/>
                </a:tc>
                <a:tc gridSpan="2">
                  <a:txBody>
                    <a:bodyPr/>
                    <a:lstStyle/>
                    <a:p>
                      <a:endParaRPr lang="en-US" sz="1500" b="1"/>
                    </a:p>
                  </a:txBody>
                  <a:tcPr marL="76200" marR="76200" marT="38100" marB="38100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500" b="1"/>
                    </a:p>
                  </a:txBody>
                  <a:tcPr marL="76200" marR="76200" marT="38100" marB="38100"/>
                </a:tc>
                <a:tc>
                  <a:txBody>
                    <a:bodyPr/>
                    <a:lstStyle/>
                    <a:p>
                      <a:endParaRPr lang="en-US" sz="1500" b="1"/>
                    </a:p>
                  </a:txBody>
                  <a:tcPr marL="76200" marR="76200" marT="38100" marB="38100"/>
                </a:tc>
                <a:tc>
                  <a:txBody>
                    <a:bodyPr/>
                    <a:lstStyle/>
                    <a:p>
                      <a:endParaRPr lang="en-US" sz="1500" b="1"/>
                    </a:p>
                  </a:txBody>
                  <a:tcPr marL="76200" marR="76200" marT="38100" marB="38100"/>
                </a:tc>
                <a:tc>
                  <a:txBody>
                    <a:bodyPr/>
                    <a:lstStyle/>
                    <a:p>
                      <a:endParaRPr lang="en-US" sz="1500" b="1"/>
                    </a:p>
                  </a:txBody>
                  <a:tcPr marL="76200" marR="76200" marT="38100" marB="38100"/>
                </a:tc>
                <a:tc>
                  <a:txBody>
                    <a:bodyPr/>
                    <a:lstStyle/>
                    <a:p>
                      <a:endParaRPr lang="en-US" sz="1500" b="1"/>
                    </a:p>
                  </a:txBody>
                  <a:tcPr marL="76200" marR="76200" marT="38100" marB="38100"/>
                </a:tc>
                <a:tc>
                  <a:txBody>
                    <a:bodyPr/>
                    <a:lstStyle/>
                    <a:p>
                      <a:endParaRPr lang="en-US" sz="1500" b="1"/>
                    </a:p>
                  </a:txBody>
                  <a:tcPr marL="76200" marR="76200" marT="38100" marB="38100"/>
                </a:tc>
                <a:tc>
                  <a:txBody>
                    <a:bodyPr/>
                    <a:lstStyle/>
                    <a:p>
                      <a:endParaRPr lang="en-US" sz="1500" b="1"/>
                    </a:p>
                  </a:txBody>
                  <a:tcPr marL="76200" marR="76200" marT="38100" marB="38100"/>
                </a:tc>
                <a:tc>
                  <a:txBody>
                    <a:bodyPr/>
                    <a:lstStyle/>
                    <a:p>
                      <a:endParaRPr lang="en-US" sz="1500" b="1" dirty="0"/>
                    </a:p>
                  </a:txBody>
                  <a:tcPr marL="76200" marR="76200" marT="38100" marB="38100"/>
                </a:tc>
                <a:extLst>
                  <a:ext uri="{0D108BD9-81ED-4DB2-BD59-A6C34878D82A}">
                    <a16:rowId xmlns:a16="http://schemas.microsoft.com/office/drawing/2014/main" val="617419371"/>
                  </a:ext>
                </a:extLst>
              </a:tr>
              <a:tr h="767442">
                <a:tc>
                  <a:txBody>
                    <a:bodyPr/>
                    <a:lstStyle/>
                    <a:p>
                      <a:r>
                        <a:rPr lang="en-US" sz="2400" b="1" dirty="0">
                          <a:solidFill>
                            <a:schemeClr val="bg1"/>
                          </a:solidFill>
                        </a:rPr>
                        <a:t>Drone Image Processing &amp; ML Integration</a:t>
                      </a:r>
                    </a:p>
                  </a:txBody>
                  <a:tcPr marL="76200" marR="76200" marT="38100" marB="38100"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500" b="1" dirty="0"/>
                    </a:p>
                  </a:txBody>
                  <a:tcPr marL="76200" marR="76200" marT="38100" marB="38100"/>
                </a:tc>
                <a:tc>
                  <a:txBody>
                    <a:bodyPr/>
                    <a:lstStyle/>
                    <a:p>
                      <a:endParaRPr lang="en-US" sz="1500" b="1"/>
                    </a:p>
                  </a:txBody>
                  <a:tcPr marL="76200" marR="76200" marT="38100" marB="38100"/>
                </a:tc>
                <a:tc>
                  <a:txBody>
                    <a:bodyPr/>
                    <a:lstStyle/>
                    <a:p>
                      <a:endParaRPr lang="en-US" sz="1500" b="1"/>
                    </a:p>
                  </a:txBody>
                  <a:tcPr marL="76200" marR="76200" marT="38100" marB="38100"/>
                </a:tc>
                <a:tc gridSpan="2">
                  <a:txBody>
                    <a:bodyPr/>
                    <a:lstStyle/>
                    <a:p>
                      <a:endParaRPr lang="en-US" sz="1500" b="1"/>
                    </a:p>
                  </a:txBody>
                  <a:tcPr marL="76200" marR="76200" marT="38100" marB="38100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500" b="1"/>
                    </a:p>
                  </a:txBody>
                  <a:tcPr marL="76200" marR="76200" marT="38100" marB="38100"/>
                </a:tc>
                <a:tc>
                  <a:txBody>
                    <a:bodyPr/>
                    <a:lstStyle/>
                    <a:p>
                      <a:endParaRPr lang="en-US" sz="1500" b="1"/>
                    </a:p>
                  </a:txBody>
                  <a:tcPr marL="76200" marR="76200" marT="38100" marB="38100"/>
                </a:tc>
                <a:tc>
                  <a:txBody>
                    <a:bodyPr/>
                    <a:lstStyle/>
                    <a:p>
                      <a:endParaRPr lang="en-US" sz="1500" b="1"/>
                    </a:p>
                  </a:txBody>
                  <a:tcPr marL="76200" marR="76200" marT="38100" marB="38100"/>
                </a:tc>
                <a:tc>
                  <a:txBody>
                    <a:bodyPr/>
                    <a:lstStyle/>
                    <a:p>
                      <a:endParaRPr lang="en-US" sz="1500" b="1"/>
                    </a:p>
                  </a:txBody>
                  <a:tcPr marL="76200" marR="76200" marT="38100" marB="38100"/>
                </a:tc>
                <a:tc>
                  <a:txBody>
                    <a:bodyPr/>
                    <a:lstStyle/>
                    <a:p>
                      <a:endParaRPr lang="en-US" sz="1500" b="1"/>
                    </a:p>
                  </a:txBody>
                  <a:tcPr marL="76200" marR="76200" marT="38100" marB="38100"/>
                </a:tc>
                <a:tc>
                  <a:txBody>
                    <a:bodyPr/>
                    <a:lstStyle/>
                    <a:p>
                      <a:endParaRPr lang="en-US" sz="1500" b="1"/>
                    </a:p>
                  </a:txBody>
                  <a:tcPr marL="76200" marR="76200" marT="38100" marB="38100"/>
                </a:tc>
                <a:tc>
                  <a:txBody>
                    <a:bodyPr/>
                    <a:lstStyle/>
                    <a:p>
                      <a:endParaRPr lang="en-US" sz="1500" b="1"/>
                    </a:p>
                  </a:txBody>
                  <a:tcPr marL="76200" marR="76200" marT="38100" marB="38100"/>
                </a:tc>
                <a:tc>
                  <a:txBody>
                    <a:bodyPr/>
                    <a:lstStyle/>
                    <a:p>
                      <a:endParaRPr lang="en-US" sz="1500" b="1"/>
                    </a:p>
                  </a:txBody>
                  <a:tcPr marL="76200" marR="76200" marT="38100" marB="38100"/>
                </a:tc>
                <a:extLst>
                  <a:ext uri="{0D108BD9-81ED-4DB2-BD59-A6C34878D82A}">
                    <a16:rowId xmlns:a16="http://schemas.microsoft.com/office/drawing/2014/main" val="2960148252"/>
                  </a:ext>
                </a:extLst>
              </a:tr>
              <a:tr h="645537">
                <a:tc>
                  <a:txBody>
                    <a:bodyPr/>
                    <a:lstStyle/>
                    <a:p>
                      <a:r>
                        <a:rPr lang="en-US" sz="2400" b="1" dirty="0">
                          <a:solidFill>
                            <a:schemeClr val="bg1"/>
                          </a:solidFill>
                        </a:rPr>
                        <a:t>System Testing &amp; Validation</a:t>
                      </a:r>
                    </a:p>
                  </a:txBody>
                  <a:tcPr marL="76200" marR="76200" marT="38100" marB="38100"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500" b="1" dirty="0"/>
                    </a:p>
                  </a:txBody>
                  <a:tcPr marL="76200" marR="76200" marT="38100" marB="38100"/>
                </a:tc>
                <a:tc>
                  <a:txBody>
                    <a:bodyPr/>
                    <a:lstStyle/>
                    <a:p>
                      <a:endParaRPr lang="en-US" sz="1500" b="1"/>
                    </a:p>
                  </a:txBody>
                  <a:tcPr marL="76200" marR="76200" marT="38100" marB="38100"/>
                </a:tc>
                <a:tc>
                  <a:txBody>
                    <a:bodyPr/>
                    <a:lstStyle/>
                    <a:p>
                      <a:endParaRPr lang="en-US" sz="1500" b="1"/>
                    </a:p>
                  </a:txBody>
                  <a:tcPr marL="76200" marR="76200" marT="38100" marB="38100"/>
                </a:tc>
                <a:tc gridSpan="2">
                  <a:txBody>
                    <a:bodyPr/>
                    <a:lstStyle/>
                    <a:p>
                      <a:endParaRPr lang="en-US" sz="1500" b="1"/>
                    </a:p>
                  </a:txBody>
                  <a:tcPr marL="76200" marR="76200" marT="38100" marB="38100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500" b="1"/>
                    </a:p>
                  </a:txBody>
                  <a:tcPr marL="76200" marR="76200" marT="38100" marB="38100"/>
                </a:tc>
                <a:tc>
                  <a:txBody>
                    <a:bodyPr/>
                    <a:lstStyle/>
                    <a:p>
                      <a:endParaRPr lang="en-US" sz="1500" b="1"/>
                    </a:p>
                  </a:txBody>
                  <a:tcPr marL="76200" marR="76200" marT="38100" marB="38100"/>
                </a:tc>
                <a:tc>
                  <a:txBody>
                    <a:bodyPr/>
                    <a:lstStyle/>
                    <a:p>
                      <a:endParaRPr lang="en-US" sz="1500" b="1"/>
                    </a:p>
                  </a:txBody>
                  <a:tcPr marL="76200" marR="76200" marT="38100" marB="38100"/>
                </a:tc>
                <a:tc>
                  <a:txBody>
                    <a:bodyPr/>
                    <a:lstStyle/>
                    <a:p>
                      <a:endParaRPr lang="en-US" sz="1500" b="1"/>
                    </a:p>
                  </a:txBody>
                  <a:tcPr marL="76200" marR="76200" marT="38100" marB="38100"/>
                </a:tc>
                <a:tc>
                  <a:txBody>
                    <a:bodyPr/>
                    <a:lstStyle/>
                    <a:p>
                      <a:endParaRPr lang="en-US" sz="1500" b="1"/>
                    </a:p>
                  </a:txBody>
                  <a:tcPr marL="76200" marR="76200" marT="38100" marB="38100"/>
                </a:tc>
                <a:tc>
                  <a:txBody>
                    <a:bodyPr/>
                    <a:lstStyle/>
                    <a:p>
                      <a:endParaRPr lang="en-US" sz="1500" b="1"/>
                    </a:p>
                  </a:txBody>
                  <a:tcPr marL="76200" marR="76200" marT="38100" marB="38100"/>
                </a:tc>
                <a:tc>
                  <a:txBody>
                    <a:bodyPr/>
                    <a:lstStyle/>
                    <a:p>
                      <a:endParaRPr lang="en-US" sz="1500" b="1"/>
                    </a:p>
                  </a:txBody>
                  <a:tcPr marL="76200" marR="76200" marT="38100" marB="38100"/>
                </a:tc>
                <a:tc>
                  <a:txBody>
                    <a:bodyPr/>
                    <a:lstStyle/>
                    <a:p>
                      <a:endParaRPr lang="en-US" sz="1500" b="1"/>
                    </a:p>
                  </a:txBody>
                  <a:tcPr marL="76200" marR="76200" marT="38100" marB="38100"/>
                </a:tc>
                <a:extLst>
                  <a:ext uri="{0D108BD9-81ED-4DB2-BD59-A6C34878D82A}">
                    <a16:rowId xmlns:a16="http://schemas.microsoft.com/office/drawing/2014/main" val="1923146479"/>
                  </a:ext>
                </a:extLst>
              </a:tr>
              <a:tr h="767442">
                <a:tc>
                  <a:txBody>
                    <a:bodyPr/>
                    <a:lstStyle/>
                    <a:p>
                      <a:r>
                        <a:rPr lang="en-US" sz="2400" b="1" dirty="0">
                          <a:solidFill>
                            <a:schemeClr val="bg1"/>
                          </a:solidFill>
                        </a:rPr>
                        <a:t>Final Report &amp; Presentation</a:t>
                      </a:r>
                    </a:p>
                    <a:p>
                      <a:endParaRPr lang="en-US" sz="1500" b="1" dirty="0">
                        <a:solidFill>
                          <a:schemeClr val="bg1"/>
                        </a:solidFill>
                      </a:endParaRPr>
                    </a:p>
                  </a:txBody>
                  <a:tcPr marL="76200" marR="76200" marT="38100" marB="38100"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500" b="1"/>
                    </a:p>
                  </a:txBody>
                  <a:tcPr marL="76200" marR="76200" marT="38100" marB="38100"/>
                </a:tc>
                <a:tc>
                  <a:txBody>
                    <a:bodyPr/>
                    <a:lstStyle/>
                    <a:p>
                      <a:endParaRPr lang="en-US" sz="1500" b="1"/>
                    </a:p>
                  </a:txBody>
                  <a:tcPr marL="76200" marR="76200" marT="38100" marB="38100"/>
                </a:tc>
                <a:tc>
                  <a:txBody>
                    <a:bodyPr/>
                    <a:lstStyle/>
                    <a:p>
                      <a:endParaRPr lang="en-US" sz="1500" b="1"/>
                    </a:p>
                  </a:txBody>
                  <a:tcPr marL="76200" marR="76200" marT="38100" marB="38100"/>
                </a:tc>
                <a:tc gridSpan="2">
                  <a:txBody>
                    <a:bodyPr/>
                    <a:lstStyle/>
                    <a:p>
                      <a:endParaRPr lang="en-US" sz="1500" b="1"/>
                    </a:p>
                  </a:txBody>
                  <a:tcPr marL="76200" marR="76200" marT="38100" marB="38100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500" b="1" dirty="0"/>
                    </a:p>
                  </a:txBody>
                  <a:tcPr marL="76200" marR="76200" marT="38100" marB="38100"/>
                </a:tc>
                <a:tc>
                  <a:txBody>
                    <a:bodyPr/>
                    <a:lstStyle/>
                    <a:p>
                      <a:endParaRPr lang="en-US" sz="1500" b="1"/>
                    </a:p>
                  </a:txBody>
                  <a:tcPr marL="76200" marR="76200" marT="38100" marB="38100"/>
                </a:tc>
                <a:tc>
                  <a:txBody>
                    <a:bodyPr/>
                    <a:lstStyle/>
                    <a:p>
                      <a:endParaRPr lang="en-US" sz="1500" b="1"/>
                    </a:p>
                  </a:txBody>
                  <a:tcPr marL="76200" marR="76200" marT="38100" marB="38100"/>
                </a:tc>
                <a:tc>
                  <a:txBody>
                    <a:bodyPr/>
                    <a:lstStyle/>
                    <a:p>
                      <a:endParaRPr lang="en-US" sz="1500" b="1"/>
                    </a:p>
                  </a:txBody>
                  <a:tcPr marL="76200" marR="76200" marT="38100" marB="38100"/>
                </a:tc>
                <a:tc>
                  <a:txBody>
                    <a:bodyPr/>
                    <a:lstStyle/>
                    <a:p>
                      <a:endParaRPr lang="en-US" sz="1500" b="1"/>
                    </a:p>
                  </a:txBody>
                  <a:tcPr marL="76200" marR="76200" marT="38100" marB="38100"/>
                </a:tc>
                <a:tc>
                  <a:txBody>
                    <a:bodyPr/>
                    <a:lstStyle/>
                    <a:p>
                      <a:endParaRPr lang="en-US" sz="1500" b="1"/>
                    </a:p>
                  </a:txBody>
                  <a:tcPr marL="76200" marR="76200" marT="38100" marB="38100"/>
                </a:tc>
                <a:tc>
                  <a:txBody>
                    <a:bodyPr/>
                    <a:lstStyle/>
                    <a:p>
                      <a:endParaRPr lang="en-US" sz="1500" b="1"/>
                    </a:p>
                  </a:txBody>
                  <a:tcPr marL="76200" marR="76200" marT="38100" marB="38100"/>
                </a:tc>
                <a:tc>
                  <a:txBody>
                    <a:bodyPr/>
                    <a:lstStyle/>
                    <a:p>
                      <a:endParaRPr lang="en-US" sz="1500" b="1" dirty="0"/>
                    </a:p>
                  </a:txBody>
                  <a:tcPr marL="76200" marR="76200" marT="38100" marB="38100"/>
                </a:tc>
                <a:extLst>
                  <a:ext uri="{0D108BD9-81ED-4DB2-BD59-A6C34878D82A}">
                    <a16:rowId xmlns:a16="http://schemas.microsoft.com/office/drawing/2014/main" val="3079805074"/>
                  </a:ext>
                </a:extLst>
              </a:tr>
            </a:tbl>
          </a:graphicData>
        </a:graphic>
      </p:graphicFrame>
      <p:grpSp>
        <p:nvGrpSpPr>
          <p:cNvPr id="10" name="Group 9">
            <a:extLst>
              <a:ext uri="{FF2B5EF4-FFF2-40B4-BE49-F238E27FC236}">
                <a16:creationId xmlns:a16="http://schemas.microsoft.com/office/drawing/2014/main" id="{BD9D4CB5-C4C6-0FFA-5002-661E686F7E11}"/>
              </a:ext>
            </a:extLst>
          </p:cNvPr>
          <p:cNvGrpSpPr/>
          <p:nvPr/>
        </p:nvGrpSpPr>
        <p:grpSpPr>
          <a:xfrm>
            <a:off x="6277607" y="4621309"/>
            <a:ext cx="11172192" cy="4267200"/>
            <a:chOff x="4938743" y="3009084"/>
            <a:chExt cx="6849108" cy="3147356"/>
          </a:xfrm>
        </p:grpSpPr>
        <p:sp>
          <p:nvSpPr>
            <p:cNvPr id="3" name="Arrow: Chevron 2">
              <a:extLst>
                <a:ext uri="{FF2B5EF4-FFF2-40B4-BE49-F238E27FC236}">
                  <a16:creationId xmlns:a16="http://schemas.microsoft.com/office/drawing/2014/main" id="{6FB85163-0A7C-3A11-4F9F-42161B4F4DCD}"/>
                </a:ext>
              </a:extLst>
            </p:cNvPr>
            <p:cNvSpPr/>
            <p:nvPr/>
          </p:nvSpPr>
          <p:spPr>
            <a:xfrm>
              <a:off x="4938743" y="3009084"/>
              <a:ext cx="1178971" cy="258900"/>
            </a:xfrm>
            <a:prstGeom prst="chevron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500">
                <a:solidFill>
                  <a:schemeClr val="tx1"/>
                </a:solidFill>
              </a:endParaRPr>
            </a:p>
          </p:txBody>
        </p:sp>
        <p:sp>
          <p:nvSpPr>
            <p:cNvPr id="4" name="Arrow: Chevron 3">
              <a:extLst>
                <a:ext uri="{FF2B5EF4-FFF2-40B4-BE49-F238E27FC236}">
                  <a16:creationId xmlns:a16="http://schemas.microsoft.com/office/drawing/2014/main" id="{DAC3BFE1-DE46-7B5C-EF9C-D78FA65EBE64}"/>
                </a:ext>
              </a:extLst>
            </p:cNvPr>
            <p:cNvSpPr/>
            <p:nvPr/>
          </p:nvSpPr>
          <p:spPr>
            <a:xfrm>
              <a:off x="5882583" y="3484334"/>
              <a:ext cx="1178971" cy="258900"/>
            </a:xfrm>
            <a:prstGeom prst="chevron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500">
                <a:solidFill>
                  <a:schemeClr val="tx1"/>
                </a:solidFill>
              </a:endParaRPr>
            </a:p>
          </p:txBody>
        </p:sp>
        <p:sp>
          <p:nvSpPr>
            <p:cNvPr id="5" name="Arrow: Chevron 4">
              <a:extLst>
                <a:ext uri="{FF2B5EF4-FFF2-40B4-BE49-F238E27FC236}">
                  <a16:creationId xmlns:a16="http://schemas.microsoft.com/office/drawing/2014/main" id="{D06AA95F-0E4A-61D4-29D7-D694382BB7DD}"/>
                </a:ext>
              </a:extLst>
            </p:cNvPr>
            <p:cNvSpPr/>
            <p:nvPr/>
          </p:nvSpPr>
          <p:spPr>
            <a:xfrm>
              <a:off x="6801447" y="3916133"/>
              <a:ext cx="2293944" cy="326563"/>
            </a:xfrm>
            <a:prstGeom prst="chevron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00" dirty="0">
                <a:solidFill>
                  <a:schemeClr val="tx1"/>
                </a:solidFill>
              </a:endParaRPr>
            </a:p>
          </p:txBody>
        </p:sp>
        <p:sp>
          <p:nvSpPr>
            <p:cNvPr id="6" name="Arrow: Chevron 5">
              <a:extLst>
                <a:ext uri="{FF2B5EF4-FFF2-40B4-BE49-F238E27FC236}">
                  <a16:creationId xmlns:a16="http://schemas.microsoft.com/office/drawing/2014/main" id="{5D40A2D1-15B6-798D-6AA2-91410E84E1CD}"/>
                </a:ext>
              </a:extLst>
            </p:cNvPr>
            <p:cNvSpPr/>
            <p:nvPr/>
          </p:nvSpPr>
          <p:spPr>
            <a:xfrm>
              <a:off x="7653025" y="4362693"/>
              <a:ext cx="2435798" cy="326563"/>
            </a:xfrm>
            <a:prstGeom prst="chevron">
              <a:avLst/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500" dirty="0">
                <a:solidFill>
                  <a:schemeClr val="tx1"/>
                </a:solidFill>
              </a:endParaRPr>
            </a:p>
          </p:txBody>
        </p:sp>
        <p:sp>
          <p:nvSpPr>
            <p:cNvPr id="7" name="Arrow: Chevron 6">
              <a:extLst>
                <a:ext uri="{FF2B5EF4-FFF2-40B4-BE49-F238E27FC236}">
                  <a16:creationId xmlns:a16="http://schemas.microsoft.com/office/drawing/2014/main" id="{97311EC6-7472-9B21-F90B-E84BABEFD0ED}"/>
                </a:ext>
              </a:extLst>
            </p:cNvPr>
            <p:cNvSpPr/>
            <p:nvPr/>
          </p:nvSpPr>
          <p:spPr>
            <a:xfrm>
              <a:off x="9095391" y="4809253"/>
              <a:ext cx="1302547" cy="326563"/>
            </a:xfrm>
            <a:prstGeom prst="chevron">
              <a:avLst/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500" dirty="0">
                <a:solidFill>
                  <a:schemeClr val="tx1"/>
                </a:solidFill>
              </a:endParaRPr>
            </a:p>
          </p:txBody>
        </p:sp>
        <p:sp>
          <p:nvSpPr>
            <p:cNvPr id="8" name="Arrow: Chevron 7">
              <a:extLst>
                <a:ext uri="{FF2B5EF4-FFF2-40B4-BE49-F238E27FC236}">
                  <a16:creationId xmlns:a16="http://schemas.microsoft.com/office/drawing/2014/main" id="{1547B48B-78D4-66CE-8DFF-5823E56D3611}"/>
                </a:ext>
              </a:extLst>
            </p:cNvPr>
            <p:cNvSpPr/>
            <p:nvPr/>
          </p:nvSpPr>
          <p:spPr>
            <a:xfrm>
              <a:off x="9699437" y="5314341"/>
              <a:ext cx="1447477" cy="326563"/>
            </a:xfrm>
            <a:prstGeom prst="chevron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500" dirty="0">
                <a:solidFill>
                  <a:schemeClr val="tx1"/>
                </a:solidFill>
              </a:endParaRPr>
            </a:p>
          </p:txBody>
        </p:sp>
        <p:sp>
          <p:nvSpPr>
            <p:cNvPr id="9" name="Arrow: Chevron 8">
              <a:extLst>
                <a:ext uri="{FF2B5EF4-FFF2-40B4-BE49-F238E27FC236}">
                  <a16:creationId xmlns:a16="http://schemas.microsoft.com/office/drawing/2014/main" id="{EAEFE579-6127-8B26-3888-A45ECB3CDAE9}"/>
                </a:ext>
              </a:extLst>
            </p:cNvPr>
            <p:cNvSpPr/>
            <p:nvPr/>
          </p:nvSpPr>
          <p:spPr>
            <a:xfrm>
              <a:off x="10650525" y="5819429"/>
              <a:ext cx="1137326" cy="337011"/>
            </a:xfrm>
            <a:prstGeom prst="chevron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500" dirty="0">
                <a:solidFill>
                  <a:schemeClr val="tx1"/>
                </a:solidFill>
              </a:endParaRPr>
            </a:p>
          </p:txBody>
        </p:sp>
      </p:grpSp>
      <p:sp>
        <p:nvSpPr>
          <p:cNvPr id="11" name="TextBox 10">
            <a:extLst>
              <a:ext uri="{FF2B5EF4-FFF2-40B4-BE49-F238E27FC236}">
                <a16:creationId xmlns:a16="http://schemas.microsoft.com/office/drawing/2014/main" id="{AAEABFEA-C226-CCC6-1E51-E880B8F692C5}"/>
              </a:ext>
            </a:extLst>
          </p:cNvPr>
          <p:cNvSpPr txBox="1"/>
          <p:nvPr/>
        </p:nvSpPr>
        <p:spPr>
          <a:xfrm>
            <a:off x="6292847" y="1104900"/>
            <a:ext cx="5352066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000" dirty="0">
                <a:solidFill>
                  <a:schemeClr val="accent6">
                    <a:lumMod val="50000"/>
                  </a:schemeClr>
                </a:solidFill>
                <a:latin typeface="Arial Black" panose="020B0A04020102020204" pitchFamily="34" charset="0"/>
              </a:rPr>
              <a:t>GANTT CHART</a:t>
            </a:r>
          </a:p>
        </p:txBody>
      </p:sp>
    </p:spTree>
    <p:extLst>
      <p:ext uri="{BB962C8B-B14F-4D97-AF65-F5344CB8AC3E}">
        <p14:creationId xmlns:p14="http://schemas.microsoft.com/office/powerpoint/2010/main" val="26858948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C0A25E-D933-11B4-8B4B-70665AF457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506BEB7C-F131-4E4B-C8AD-E280E3C9A897}"/>
              </a:ext>
            </a:extLst>
          </p:cNvPr>
          <p:cNvSpPr/>
          <p:nvPr/>
        </p:nvSpPr>
        <p:spPr>
          <a:xfrm>
            <a:off x="17694555" y="3994695"/>
            <a:ext cx="593725" cy="577850"/>
          </a:xfrm>
          <a:custGeom>
            <a:avLst/>
            <a:gdLst/>
            <a:ahLst/>
            <a:cxnLst/>
            <a:rect l="l" t="t" r="r" b="b"/>
            <a:pathLst>
              <a:path w="593725" h="577850">
                <a:moveTo>
                  <a:pt x="593432" y="534543"/>
                </a:moveTo>
                <a:lnTo>
                  <a:pt x="44246" y="534543"/>
                </a:lnTo>
                <a:lnTo>
                  <a:pt x="44246" y="0"/>
                </a:lnTo>
                <a:lnTo>
                  <a:pt x="0" y="0"/>
                </a:lnTo>
                <a:lnTo>
                  <a:pt x="0" y="534543"/>
                </a:lnTo>
                <a:lnTo>
                  <a:pt x="0" y="577723"/>
                </a:lnTo>
                <a:lnTo>
                  <a:pt x="593432" y="577723"/>
                </a:lnTo>
                <a:lnTo>
                  <a:pt x="593432" y="53454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>
            <a:extLst>
              <a:ext uri="{FF2B5EF4-FFF2-40B4-BE49-F238E27FC236}">
                <a16:creationId xmlns:a16="http://schemas.microsoft.com/office/drawing/2014/main" id="{8747F949-B01C-EF0C-52B7-CE562B643B64}"/>
              </a:ext>
            </a:extLst>
          </p:cNvPr>
          <p:cNvGrpSpPr/>
          <p:nvPr/>
        </p:nvGrpSpPr>
        <p:grpSpPr>
          <a:xfrm>
            <a:off x="12061717" y="-51"/>
            <a:ext cx="6464935" cy="4738370"/>
            <a:chOff x="12061717" y="0"/>
            <a:chExt cx="6464935" cy="4738370"/>
          </a:xfrm>
        </p:grpSpPr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83A432CD-55F8-CFFB-F91F-10EB45018A2A}"/>
                </a:ext>
              </a:extLst>
            </p:cNvPr>
            <p:cNvSpPr/>
            <p:nvPr/>
          </p:nvSpPr>
          <p:spPr>
            <a:xfrm>
              <a:off x="17703715" y="2097010"/>
              <a:ext cx="584835" cy="633095"/>
            </a:xfrm>
            <a:custGeom>
              <a:avLst/>
              <a:gdLst/>
              <a:ahLst/>
              <a:cxnLst/>
              <a:rect l="l" t="t" r="r" b="b"/>
              <a:pathLst>
                <a:path w="584834" h="633094">
                  <a:moveTo>
                    <a:pt x="0" y="632551"/>
                  </a:moveTo>
                  <a:lnTo>
                    <a:pt x="584283" y="632551"/>
                  </a:lnTo>
                  <a:lnTo>
                    <a:pt x="584283" y="0"/>
                  </a:lnTo>
                  <a:lnTo>
                    <a:pt x="0" y="0"/>
                  </a:lnTo>
                  <a:lnTo>
                    <a:pt x="0" y="632551"/>
                  </a:lnTo>
                  <a:close/>
                </a:path>
              </a:pathLst>
            </a:custGeom>
            <a:solidFill>
              <a:srgbClr val="13975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C8E80BD3-7348-B84F-A067-4D0E9D04A72E}"/>
                </a:ext>
              </a:extLst>
            </p:cNvPr>
            <p:cNvSpPr/>
            <p:nvPr/>
          </p:nvSpPr>
          <p:spPr>
            <a:xfrm>
              <a:off x="17071241" y="2729562"/>
              <a:ext cx="1217295" cy="1265555"/>
            </a:xfrm>
            <a:custGeom>
              <a:avLst/>
              <a:gdLst/>
              <a:ahLst/>
              <a:cxnLst/>
              <a:rect l="l" t="t" r="r" b="b"/>
              <a:pathLst>
                <a:path w="1217294" h="1265554">
                  <a:moveTo>
                    <a:pt x="1216757" y="1265127"/>
                  </a:moveTo>
                  <a:lnTo>
                    <a:pt x="0" y="1265127"/>
                  </a:lnTo>
                  <a:lnTo>
                    <a:pt x="0" y="0"/>
                  </a:lnTo>
                  <a:lnTo>
                    <a:pt x="1216757" y="0"/>
                  </a:lnTo>
                  <a:lnTo>
                    <a:pt x="1216757" y="1265127"/>
                  </a:lnTo>
                  <a:close/>
                </a:path>
              </a:pathLst>
            </a:custGeom>
            <a:solidFill>
              <a:srgbClr val="0F6B3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>
              <a:extLst>
                <a:ext uri="{FF2B5EF4-FFF2-40B4-BE49-F238E27FC236}">
                  <a16:creationId xmlns:a16="http://schemas.microsoft.com/office/drawing/2014/main" id="{39AF92FA-F5CC-9BF4-681E-616B5DE39AC8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2061717" y="0"/>
              <a:ext cx="6226281" cy="4737897"/>
            </a:xfrm>
            <a:prstGeom prst="rect">
              <a:avLst/>
            </a:prstGeom>
          </p:spPr>
        </p:pic>
        <p:pic>
          <p:nvPicPr>
            <p:cNvPr id="7" name="object 7">
              <a:extLst>
                <a:ext uri="{FF2B5EF4-FFF2-40B4-BE49-F238E27FC236}">
                  <a16:creationId xmlns:a16="http://schemas.microsoft.com/office/drawing/2014/main" id="{9106BA06-385F-A2D4-4584-DE41B30B3779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2606281" y="0"/>
              <a:ext cx="5681717" cy="4195217"/>
            </a:xfrm>
            <a:prstGeom prst="rect">
              <a:avLst/>
            </a:prstGeom>
          </p:spPr>
        </p:pic>
        <p:sp>
          <p:nvSpPr>
            <p:cNvPr id="8" name="object 8">
              <a:extLst>
                <a:ext uri="{FF2B5EF4-FFF2-40B4-BE49-F238E27FC236}">
                  <a16:creationId xmlns:a16="http://schemas.microsoft.com/office/drawing/2014/main" id="{C74A4B73-4259-86AB-5B91-82E19D0097F5}"/>
                </a:ext>
              </a:extLst>
            </p:cNvPr>
            <p:cNvSpPr/>
            <p:nvPr/>
          </p:nvSpPr>
          <p:spPr>
            <a:xfrm>
              <a:off x="12606297" y="385060"/>
              <a:ext cx="5681980" cy="3809365"/>
            </a:xfrm>
            <a:custGeom>
              <a:avLst/>
              <a:gdLst/>
              <a:ahLst/>
              <a:cxnLst/>
              <a:rect l="l" t="t" r="r" b="b"/>
              <a:pathLst>
                <a:path w="5681980" h="3809365">
                  <a:moveTo>
                    <a:pt x="2782812" y="3797457"/>
                  </a:moveTo>
                  <a:lnTo>
                    <a:pt x="2823503" y="3800918"/>
                  </a:lnTo>
                  <a:lnTo>
                    <a:pt x="2870994" y="3804220"/>
                  </a:lnTo>
                  <a:lnTo>
                    <a:pt x="2918682" y="3806799"/>
                  </a:lnTo>
                  <a:lnTo>
                    <a:pt x="2966560" y="3808647"/>
                  </a:lnTo>
                  <a:lnTo>
                    <a:pt x="2979298" y="3808942"/>
                  </a:lnTo>
                </a:path>
                <a:path w="5681980" h="3809365">
                  <a:moveTo>
                    <a:pt x="3146434" y="3808942"/>
                  </a:moveTo>
                  <a:lnTo>
                    <a:pt x="3159172" y="3808647"/>
                  </a:lnTo>
                  <a:lnTo>
                    <a:pt x="3207050" y="3806799"/>
                  </a:lnTo>
                  <a:lnTo>
                    <a:pt x="3254737" y="3804220"/>
                  </a:lnTo>
                  <a:lnTo>
                    <a:pt x="3302228" y="3800918"/>
                  </a:lnTo>
                  <a:lnTo>
                    <a:pt x="3342920" y="3797457"/>
                  </a:lnTo>
                </a:path>
                <a:path w="5681980" h="3809365">
                  <a:moveTo>
                    <a:pt x="2667387" y="3784757"/>
                  </a:moveTo>
                  <a:lnTo>
                    <a:pt x="2682261" y="3786716"/>
                  </a:lnTo>
                  <a:lnTo>
                    <a:pt x="2729131" y="3792160"/>
                  </a:lnTo>
                  <a:lnTo>
                    <a:pt x="2776214" y="3796896"/>
                  </a:lnTo>
                  <a:lnTo>
                    <a:pt x="2782812" y="3797457"/>
                  </a:lnTo>
                </a:path>
                <a:path w="5681980" h="3809365">
                  <a:moveTo>
                    <a:pt x="3342920" y="3797457"/>
                  </a:moveTo>
                  <a:lnTo>
                    <a:pt x="3349518" y="3796896"/>
                  </a:lnTo>
                  <a:lnTo>
                    <a:pt x="3396600" y="3792160"/>
                  </a:lnTo>
                  <a:lnTo>
                    <a:pt x="3443471" y="3786716"/>
                  </a:lnTo>
                  <a:lnTo>
                    <a:pt x="3458344" y="3784757"/>
                  </a:lnTo>
                </a:path>
                <a:path w="5681980" h="3809365">
                  <a:moveTo>
                    <a:pt x="2504772" y="3759357"/>
                  </a:moveTo>
                  <a:lnTo>
                    <a:pt x="2542979" y="3766191"/>
                  </a:lnTo>
                  <a:lnTo>
                    <a:pt x="2589179" y="3773726"/>
                  </a:lnTo>
                  <a:lnTo>
                    <a:pt x="2635608" y="3780570"/>
                  </a:lnTo>
                  <a:lnTo>
                    <a:pt x="2667387" y="3784757"/>
                  </a:lnTo>
                </a:path>
                <a:path w="5681980" h="3809365">
                  <a:moveTo>
                    <a:pt x="3458344" y="3784757"/>
                  </a:moveTo>
                  <a:lnTo>
                    <a:pt x="3490123" y="3780570"/>
                  </a:lnTo>
                  <a:lnTo>
                    <a:pt x="3536552" y="3773726"/>
                  </a:lnTo>
                  <a:lnTo>
                    <a:pt x="3582752" y="3766191"/>
                  </a:lnTo>
                  <a:lnTo>
                    <a:pt x="3620959" y="3759357"/>
                  </a:lnTo>
                </a:path>
                <a:path w="5681980" h="3809365">
                  <a:moveTo>
                    <a:pt x="91837" y="0"/>
                  </a:moveTo>
                  <a:lnTo>
                    <a:pt x="91799" y="159"/>
                  </a:lnTo>
                </a:path>
                <a:path w="5681980" h="3809365">
                  <a:moveTo>
                    <a:pt x="9227" y="507891"/>
                  </a:moveTo>
                  <a:lnTo>
                    <a:pt x="9208" y="508158"/>
                  </a:lnTo>
                </a:path>
                <a:path w="5681980" h="3809365">
                  <a:moveTo>
                    <a:pt x="260" y="711356"/>
                  </a:moveTo>
                  <a:lnTo>
                    <a:pt x="0" y="747250"/>
                  </a:lnTo>
                  <a:lnTo>
                    <a:pt x="16" y="749457"/>
                  </a:lnTo>
                  <a:lnTo>
                    <a:pt x="324" y="795493"/>
                  </a:lnTo>
                  <a:lnTo>
                    <a:pt x="1469" y="843556"/>
                  </a:lnTo>
                  <a:lnTo>
                    <a:pt x="3317" y="891434"/>
                  </a:lnTo>
                  <a:lnTo>
                    <a:pt x="5839" y="939125"/>
                  </a:lnTo>
                  <a:lnTo>
                    <a:pt x="9198" y="986613"/>
                  </a:lnTo>
                  <a:lnTo>
                    <a:pt x="13220" y="1033902"/>
                  </a:lnTo>
                  <a:lnTo>
                    <a:pt x="17956" y="1080985"/>
                  </a:lnTo>
                  <a:lnTo>
                    <a:pt x="23400" y="1127855"/>
                  </a:lnTo>
                  <a:lnTo>
                    <a:pt x="29546" y="1174508"/>
                  </a:lnTo>
                  <a:lnTo>
                    <a:pt x="36390" y="1220937"/>
                  </a:lnTo>
                  <a:lnTo>
                    <a:pt x="43925" y="1267137"/>
                  </a:lnTo>
                  <a:lnTo>
                    <a:pt x="52147" y="1313103"/>
                  </a:lnTo>
                  <a:lnTo>
                    <a:pt x="61000" y="1358841"/>
                  </a:lnTo>
                  <a:lnTo>
                    <a:pt x="70628" y="1404310"/>
                  </a:lnTo>
                  <a:lnTo>
                    <a:pt x="80876" y="1449541"/>
                  </a:lnTo>
                  <a:lnTo>
                    <a:pt x="91789" y="1494516"/>
                  </a:lnTo>
                  <a:lnTo>
                    <a:pt x="103361" y="1539229"/>
                  </a:lnTo>
                  <a:lnTo>
                    <a:pt x="115587" y="1583675"/>
                  </a:lnTo>
                  <a:lnTo>
                    <a:pt x="128460" y="1627849"/>
                  </a:lnTo>
                  <a:lnTo>
                    <a:pt x="141977" y="1671745"/>
                  </a:lnTo>
                  <a:lnTo>
                    <a:pt x="156131" y="1715358"/>
                  </a:lnTo>
                  <a:lnTo>
                    <a:pt x="170917" y="1758682"/>
                  </a:lnTo>
                  <a:lnTo>
                    <a:pt x="186329" y="1801712"/>
                  </a:lnTo>
                  <a:lnTo>
                    <a:pt x="202362" y="1844443"/>
                  </a:lnTo>
                  <a:lnTo>
                    <a:pt x="219011" y="1886868"/>
                  </a:lnTo>
                  <a:lnTo>
                    <a:pt x="236270" y="1928983"/>
                  </a:lnTo>
                  <a:lnTo>
                    <a:pt x="254134" y="1970782"/>
                  </a:lnTo>
                  <a:lnTo>
                    <a:pt x="272597" y="2012259"/>
                  </a:lnTo>
                  <a:lnTo>
                    <a:pt x="291653" y="2053410"/>
                  </a:lnTo>
                  <a:lnTo>
                    <a:pt x="311298" y="2094228"/>
                  </a:lnTo>
                  <a:lnTo>
                    <a:pt x="331526" y="2134709"/>
                  </a:lnTo>
                  <a:lnTo>
                    <a:pt x="352331" y="2174847"/>
                  </a:lnTo>
                  <a:lnTo>
                    <a:pt x="373708" y="2214635"/>
                  </a:lnTo>
                  <a:lnTo>
                    <a:pt x="395652" y="2254070"/>
                  </a:lnTo>
                  <a:lnTo>
                    <a:pt x="418156" y="2293146"/>
                  </a:lnTo>
                  <a:lnTo>
                    <a:pt x="441217" y="2331856"/>
                  </a:lnTo>
                  <a:lnTo>
                    <a:pt x="464827" y="2370196"/>
                  </a:lnTo>
                  <a:lnTo>
                    <a:pt x="488983" y="2408160"/>
                  </a:lnTo>
                  <a:lnTo>
                    <a:pt x="513677" y="2445743"/>
                  </a:lnTo>
                  <a:lnTo>
                    <a:pt x="538905" y="2482939"/>
                  </a:lnTo>
                  <a:lnTo>
                    <a:pt x="564662" y="2519743"/>
                  </a:lnTo>
                  <a:lnTo>
                    <a:pt x="590942" y="2556149"/>
                  </a:lnTo>
                  <a:lnTo>
                    <a:pt x="617739" y="2592152"/>
                  </a:lnTo>
                  <a:lnTo>
                    <a:pt x="645048" y="2627746"/>
                  </a:lnTo>
                  <a:lnTo>
                    <a:pt x="672864" y="2662927"/>
                  </a:lnTo>
                  <a:lnTo>
                    <a:pt x="701181" y="2697688"/>
                  </a:lnTo>
                  <a:lnTo>
                    <a:pt x="729994" y="2732024"/>
                  </a:lnTo>
                  <a:lnTo>
                    <a:pt x="759297" y="2765930"/>
                  </a:lnTo>
                  <a:lnTo>
                    <a:pt x="789084" y="2799400"/>
                  </a:lnTo>
                  <a:lnTo>
                    <a:pt x="819351" y="2832429"/>
                  </a:lnTo>
                  <a:lnTo>
                    <a:pt x="850093" y="2865011"/>
                  </a:lnTo>
                  <a:lnTo>
                    <a:pt x="881302" y="2897141"/>
                  </a:lnTo>
                  <a:lnTo>
                    <a:pt x="912974" y="2928814"/>
                  </a:lnTo>
                  <a:lnTo>
                    <a:pt x="945105" y="2960023"/>
                  </a:lnTo>
                  <a:lnTo>
                    <a:pt x="977687" y="2990764"/>
                  </a:lnTo>
                  <a:lnTo>
                    <a:pt x="1010716" y="3021031"/>
                  </a:lnTo>
                  <a:lnTo>
                    <a:pt x="1044186" y="3050819"/>
                  </a:lnTo>
                  <a:lnTo>
                    <a:pt x="1078092" y="3080122"/>
                  </a:lnTo>
                  <a:lnTo>
                    <a:pt x="1112428" y="3108935"/>
                  </a:lnTo>
                  <a:lnTo>
                    <a:pt x="1147189" y="3137252"/>
                  </a:lnTo>
                  <a:lnTo>
                    <a:pt x="1182369" y="3165068"/>
                  </a:lnTo>
                  <a:lnTo>
                    <a:pt x="1217964" y="3192377"/>
                  </a:lnTo>
                  <a:lnTo>
                    <a:pt x="1253967" y="3219174"/>
                  </a:lnTo>
                  <a:lnTo>
                    <a:pt x="1290373" y="3245454"/>
                  </a:lnTo>
                  <a:lnTo>
                    <a:pt x="1327177" y="3271210"/>
                  </a:lnTo>
                  <a:lnTo>
                    <a:pt x="1364373" y="3296439"/>
                  </a:lnTo>
                  <a:lnTo>
                    <a:pt x="1401956" y="3321133"/>
                  </a:lnTo>
                  <a:lnTo>
                    <a:pt x="1439920" y="3345289"/>
                  </a:lnTo>
                  <a:lnTo>
                    <a:pt x="1478260" y="3368899"/>
                  </a:lnTo>
                  <a:lnTo>
                    <a:pt x="1516970" y="3391959"/>
                  </a:lnTo>
                  <a:lnTo>
                    <a:pt x="1556046" y="3414464"/>
                  </a:lnTo>
                  <a:lnTo>
                    <a:pt x="1595480" y="3436408"/>
                  </a:lnTo>
                  <a:lnTo>
                    <a:pt x="1635269" y="3457785"/>
                  </a:lnTo>
                  <a:lnTo>
                    <a:pt x="1675407" y="3478590"/>
                  </a:lnTo>
                  <a:lnTo>
                    <a:pt x="1715888" y="3498818"/>
                  </a:lnTo>
                  <a:lnTo>
                    <a:pt x="1756706" y="3518463"/>
                  </a:lnTo>
                  <a:lnTo>
                    <a:pt x="1797857" y="3537519"/>
                  </a:lnTo>
                  <a:lnTo>
                    <a:pt x="1839259" y="3556106"/>
                  </a:lnTo>
                  <a:lnTo>
                    <a:pt x="1881133" y="3573846"/>
                  </a:lnTo>
                  <a:lnTo>
                    <a:pt x="1923248" y="3591105"/>
                  </a:lnTo>
                  <a:lnTo>
                    <a:pt x="1965673" y="3607753"/>
                  </a:lnTo>
                  <a:lnTo>
                    <a:pt x="2008404" y="3623787"/>
                  </a:lnTo>
                  <a:lnTo>
                    <a:pt x="2051434" y="3639199"/>
                  </a:lnTo>
                  <a:lnTo>
                    <a:pt x="2094758" y="3653985"/>
                  </a:lnTo>
                  <a:lnTo>
                    <a:pt x="2138371" y="3668139"/>
                  </a:lnTo>
                  <a:lnTo>
                    <a:pt x="2182267" y="3681656"/>
                  </a:lnTo>
                  <a:lnTo>
                    <a:pt x="2226441" y="3694529"/>
                  </a:lnTo>
                  <a:lnTo>
                    <a:pt x="2270887" y="3706755"/>
                  </a:lnTo>
                  <a:lnTo>
                    <a:pt x="2315600" y="3718327"/>
                  </a:lnTo>
                  <a:lnTo>
                    <a:pt x="2360575" y="3729240"/>
                  </a:lnTo>
                  <a:lnTo>
                    <a:pt x="2405805" y="3739488"/>
                  </a:lnTo>
                  <a:lnTo>
                    <a:pt x="2451287" y="3749066"/>
                  </a:lnTo>
                  <a:lnTo>
                    <a:pt x="2497013" y="3757969"/>
                  </a:lnTo>
                  <a:lnTo>
                    <a:pt x="2504772" y="3759357"/>
                  </a:lnTo>
                </a:path>
                <a:path w="5681980" h="3809365">
                  <a:moveTo>
                    <a:pt x="3620959" y="3759357"/>
                  </a:moveTo>
                  <a:lnTo>
                    <a:pt x="3674445" y="3749066"/>
                  </a:lnTo>
                  <a:lnTo>
                    <a:pt x="3719926" y="3739488"/>
                  </a:lnTo>
                  <a:lnTo>
                    <a:pt x="3765156" y="3729240"/>
                  </a:lnTo>
                  <a:lnTo>
                    <a:pt x="3810131" y="3718327"/>
                  </a:lnTo>
                  <a:lnTo>
                    <a:pt x="3854844" y="3706755"/>
                  </a:lnTo>
                  <a:lnTo>
                    <a:pt x="3899291" y="3694529"/>
                  </a:lnTo>
                  <a:lnTo>
                    <a:pt x="3943464" y="3681656"/>
                  </a:lnTo>
                  <a:lnTo>
                    <a:pt x="3987361" y="3668139"/>
                  </a:lnTo>
                  <a:lnTo>
                    <a:pt x="4030973" y="3653985"/>
                  </a:lnTo>
                  <a:lnTo>
                    <a:pt x="4074298" y="3639199"/>
                  </a:lnTo>
                  <a:lnTo>
                    <a:pt x="4117328" y="3623787"/>
                  </a:lnTo>
                  <a:lnTo>
                    <a:pt x="4160058" y="3607753"/>
                  </a:lnTo>
                  <a:lnTo>
                    <a:pt x="4202483" y="3591105"/>
                  </a:lnTo>
                  <a:lnTo>
                    <a:pt x="4244598" y="3573846"/>
                  </a:lnTo>
                  <a:lnTo>
                    <a:pt x="4286397" y="3555982"/>
                  </a:lnTo>
                  <a:lnTo>
                    <a:pt x="4327875" y="3537519"/>
                  </a:lnTo>
                  <a:lnTo>
                    <a:pt x="4369025" y="3518463"/>
                  </a:lnTo>
                  <a:lnTo>
                    <a:pt x="4409844" y="3498818"/>
                  </a:lnTo>
                  <a:lnTo>
                    <a:pt x="4450324" y="3478590"/>
                  </a:lnTo>
                  <a:lnTo>
                    <a:pt x="4490462" y="3457785"/>
                  </a:lnTo>
                  <a:lnTo>
                    <a:pt x="4530251" y="3436408"/>
                  </a:lnTo>
                  <a:lnTo>
                    <a:pt x="4569686" y="3414464"/>
                  </a:lnTo>
                  <a:lnTo>
                    <a:pt x="4608761" y="3391959"/>
                  </a:lnTo>
                  <a:lnTo>
                    <a:pt x="4647471" y="3368899"/>
                  </a:lnTo>
                  <a:lnTo>
                    <a:pt x="4685811" y="3345289"/>
                  </a:lnTo>
                  <a:lnTo>
                    <a:pt x="4723775" y="3321133"/>
                  </a:lnTo>
                  <a:lnTo>
                    <a:pt x="4761358" y="3296439"/>
                  </a:lnTo>
                  <a:lnTo>
                    <a:pt x="4798554" y="3271210"/>
                  </a:lnTo>
                  <a:lnTo>
                    <a:pt x="4835358" y="3245454"/>
                  </a:lnTo>
                  <a:lnTo>
                    <a:pt x="4871764" y="3219174"/>
                  </a:lnTo>
                  <a:lnTo>
                    <a:pt x="4907767" y="3192377"/>
                  </a:lnTo>
                  <a:lnTo>
                    <a:pt x="4943362" y="3165068"/>
                  </a:lnTo>
                  <a:lnTo>
                    <a:pt x="4978542" y="3137252"/>
                  </a:lnTo>
                  <a:lnTo>
                    <a:pt x="5013303" y="3108935"/>
                  </a:lnTo>
                  <a:lnTo>
                    <a:pt x="5047640" y="3080122"/>
                  </a:lnTo>
                  <a:lnTo>
                    <a:pt x="5081546" y="3050819"/>
                  </a:lnTo>
                  <a:lnTo>
                    <a:pt x="5115016" y="3021031"/>
                  </a:lnTo>
                  <a:lnTo>
                    <a:pt x="5148045" y="2990764"/>
                  </a:lnTo>
                  <a:lnTo>
                    <a:pt x="5180627" y="2960023"/>
                  </a:lnTo>
                  <a:lnTo>
                    <a:pt x="5212757" y="2928814"/>
                  </a:lnTo>
                  <a:lnTo>
                    <a:pt x="5244429" y="2897141"/>
                  </a:lnTo>
                  <a:lnTo>
                    <a:pt x="5275639" y="2865011"/>
                  </a:lnTo>
                  <a:lnTo>
                    <a:pt x="5306380" y="2832429"/>
                  </a:lnTo>
                  <a:lnTo>
                    <a:pt x="5336647" y="2799400"/>
                  </a:lnTo>
                  <a:lnTo>
                    <a:pt x="5366435" y="2765930"/>
                  </a:lnTo>
                  <a:lnTo>
                    <a:pt x="5395738" y="2732024"/>
                  </a:lnTo>
                  <a:lnTo>
                    <a:pt x="5424550" y="2697688"/>
                  </a:lnTo>
                  <a:lnTo>
                    <a:pt x="5452867" y="2662927"/>
                  </a:lnTo>
                  <a:lnTo>
                    <a:pt x="5480683" y="2627746"/>
                  </a:lnTo>
                  <a:lnTo>
                    <a:pt x="5507992" y="2592152"/>
                  </a:lnTo>
                  <a:lnTo>
                    <a:pt x="5534789" y="2556149"/>
                  </a:lnTo>
                  <a:lnTo>
                    <a:pt x="5561069" y="2519743"/>
                  </a:lnTo>
                  <a:lnTo>
                    <a:pt x="5586826" y="2482939"/>
                  </a:lnTo>
                  <a:lnTo>
                    <a:pt x="5612054" y="2445743"/>
                  </a:lnTo>
                  <a:lnTo>
                    <a:pt x="5636749" y="2408160"/>
                  </a:lnTo>
                  <a:lnTo>
                    <a:pt x="5660904" y="2370196"/>
                  </a:lnTo>
                  <a:lnTo>
                    <a:pt x="5681701" y="2336424"/>
                  </a:lnTo>
                </a:path>
              </a:pathLst>
            </a:custGeom>
            <a:ln w="476249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9" name="object 9">
            <a:extLst>
              <a:ext uri="{FF2B5EF4-FFF2-40B4-BE49-F238E27FC236}">
                <a16:creationId xmlns:a16="http://schemas.microsoft.com/office/drawing/2014/main" id="{E42BD829-529E-14EA-F2AB-2C2E2E0B4E7F}"/>
              </a:ext>
            </a:extLst>
          </p:cNvPr>
          <p:cNvGrpSpPr/>
          <p:nvPr/>
        </p:nvGrpSpPr>
        <p:grpSpPr>
          <a:xfrm>
            <a:off x="5808785" y="-54"/>
            <a:ext cx="5694680" cy="1670050"/>
            <a:chOff x="5808785" y="-54"/>
            <a:chExt cx="5694680" cy="1670050"/>
          </a:xfrm>
        </p:grpSpPr>
        <p:sp>
          <p:nvSpPr>
            <p:cNvPr id="10" name="object 10">
              <a:extLst>
                <a:ext uri="{FF2B5EF4-FFF2-40B4-BE49-F238E27FC236}">
                  <a16:creationId xmlns:a16="http://schemas.microsoft.com/office/drawing/2014/main" id="{732A36A4-00CE-0548-E4A0-EBFD112809CE}"/>
                </a:ext>
              </a:extLst>
            </p:cNvPr>
            <p:cNvSpPr/>
            <p:nvPr/>
          </p:nvSpPr>
          <p:spPr>
            <a:xfrm>
              <a:off x="6381216" y="-51"/>
              <a:ext cx="5121910" cy="1651000"/>
            </a:xfrm>
            <a:custGeom>
              <a:avLst/>
              <a:gdLst/>
              <a:ahLst/>
              <a:cxnLst/>
              <a:rect l="l" t="t" r="r" b="b"/>
              <a:pathLst>
                <a:path w="5121909" h="1651000">
                  <a:moveTo>
                    <a:pt x="5121783" y="0"/>
                  </a:moveTo>
                  <a:lnTo>
                    <a:pt x="3268980" y="25"/>
                  </a:lnTo>
                  <a:lnTo>
                    <a:pt x="0" y="63"/>
                  </a:lnTo>
                  <a:lnTo>
                    <a:pt x="1650326" y="1650390"/>
                  </a:lnTo>
                  <a:lnTo>
                    <a:pt x="3284829" y="15887"/>
                  </a:lnTo>
                  <a:lnTo>
                    <a:pt x="4195368" y="926401"/>
                  </a:lnTo>
                  <a:lnTo>
                    <a:pt x="5121783" y="0"/>
                  </a:lnTo>
                  <a:close/>
                </a:path>
              </a:pathLst>
            </a:custGeom>
            <a:solidFill>
              <a:srgbClr val="0F6B3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>
              <a:extLst>
                <a:ext uri="{FF2B5EF4-FFF2-40B4-BE49-F238E27FC236}">
                  <a16:creationId xmlns:a16="http://schemas.microsoft.com/office/drawing/2014/main" id="{63EF924A-FF86-30C9-94B8-1168C8D4C2DC}"/>
                </a:ext>
              </a:extLst>
            </p:cNvPr>
            <p:cNvSpPr/>
            <p:nvPr/>
          </p:nvSpPr>
          <p:spPr>
            <a:xfrm>
              <a:off x="5808777" y="11"/>
              <a:ext cx="5267960" cy="1670050"/>
            </a:xfrm>
            <a:custGeom>
              <a:avLst/>
              <a:gdLst/>
              <a:ahLst/>
              <a:cxnLst/>
              <a:rect l="l" t="t" r="r" b="b"/>
              <a:pathLst>
                <a:path w="5267959" h="1670050">
                  <a:moveTo>
                    <a:pt x="5267680" y="0"/>
                  </a:moveTo>
                  <a:lnTo>
                    <a:pt x="5221287" y="0"/>
                  </a:lnTo>
                  <a:lnTo>
                    <a:pt x="4290123" y="931151"/>
                  </a:lnTo>
                  <a:lnTo>
                    <a:pt x="3358959" y="0"/>
                  </a:lnTo>
                  <a:lnTo>
                    <a:pt x="3347059" y="0"/>
                  </a:lnTo>
                  <a:lnTo>
                    <a:pt x="3312566" y="0"/>
                  </a:lnTo>
                  <a:lnTo>
                    <a:pt x="3300666" y="0"/>
                  </a:lnTo>
                  <a:lnTo>
                    <a:pt x="1673529" y="1627124"/>
                  </a:lnTo>
                  <a:lnTo>
                    <a:pt x="46405" y="0"/>
                  </a:lnTo>
                  <a:lnTo>
                    <a:pt x="0" y="0"/>
                  </a:lnTo>
                  <a:lnTo>
                    <a:pt x="1669529" y="1669516"/>
                  </a:lnTo>
                  <a:lnTo>
                    <a:pt x="1677530" y="1669516"/>
                  </a:lnTo>
                  <a:lnTo>
                    <a:pt x="1719935" y="1627124"/>
                  </a:lnTo>
                  <a:lnTo>
                    <a:pt x="3329813" y="17246"/>
                  </a:lnTo>
                  <a:lnTo>
                    <a:pt x="4290123" y="977557"/>
                  </a:lnTo>
                  <a:lnTo>
                    <a:pt x="4336529" y="931151"/>
                  </a:lnTo>
                  <a:lnTo>
                    <a:pt x="526768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>
            <a:extLst>
              <a:ext uri="{FF2B5EF4-FFF2-40B4-BE49-F238E27FC236}">
                <a16:creationId xmlns:a16="http://schemas.microsoft.com/office/drawing/2014/main" id="{98744CF9-CD7A-F37E-9E9F-FE2DD1C2A0D5}"/>
              </a:ext>
            </a:extLst>
          </p:cNvPr>
          <p:cNvSpPr/>
          <p:nvPr/>
        </p:nvSpPr>
        <p:spPr>
          <a:xfrm>
            <a:off x="0" y="5021162"/>
            <a:ext cx="196850" cy="4178935"/>
          </a:xfrm>
          <a:custGeom>
            <a:avLst/>
            <a:gdLst/>
            <a:ahLst/>
            <a:cxnLst/>
            <a:rect l="l" t="t" r="r" b="b"/>
            <a:pathLst>
              <a:path w="196850" h="4178934">
                <a:moveTo>
                  <a:pt x="0" y="4178762"/>
                </a:moveTo>
                <a:lnTo>
                  <a:pt x="0" y="0"/>
                </a:lnTo>
                <a:lnTo>
                  <a:pt x="196467" y="0"/>
                </a:lnTo>
                <a:lnTo>
                  <a:pt x="196467" y="4178762"/>
                </a:lnTo>
                <a:lnTo>
                  <a:pt x="0" y="4178762"/>
                </a:lnTo>
                <a:close/>
              </a:path>
            </a:pathLst>
          </a:custGeom>
          <a:solidFill>
            <a:srgbClr val="0F6B3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>
            <a:extLst>
              <a:ext uri="{FF2B5EF4-FFF2-40B4-BE49-F238E27FC236}">
                <a16:creationId xmlns:a16="http://schemas.microsoft.com/office/drawing/2014/main" id="{98A8B030-22FE-F128-66C4-5C5208240C16}"/>
              </a:ext>
            </a:extLst>
          </p:cNvPr>
          <p:cNvSpPr/>
          <p:nvPr/>
        </p:nvSpPr>
        <p:spPr>
          <a:xfrm>
            <a:off x="16539632" y="8538504"/>
            <a:ext cx="1748789" cy="1748789"/>
          </a:xfrm>
          <a:custGeom>
            <a:avLst/>
            <a:gdLst/>
            <a:ahLst/>
            <a:cxnLst/>
            <a:rect l="l" t="t" r="r" b="b"/>
            <a:pathLst>
              <a:path w="1748790" h="1748790">
                <a:moveTo>
                  <a:pt x="1748367" y="0"/>
                </a:moveTo>
                <a:lnTo>
                  <a:pt x="1748367" y="1748495"/>
                </a:lnTo>
                <a:lnTo>
                  <a:pt x="0" y="1748495"/>
                </a:lnTo>
                <a:lnTo>
                  <a:pt x="1748367" y="0"/>
                </a:lnTo>
                <a:close/>
              </a:path>
            </a:pathLst>
          </a:custGeom>
          <a:solidFill>
            <a:srgbClr val="0F6B3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>
            <a:extLst>
              <a:ext uri="{FF2B5EF4-FFF2-40B4-BE49-F238E27FC236}">
                <a16:creationId xmlns:a16="http://schemas.microsoft.com/office/drawing/2014/main" id="{952792DC-109D-288E-B5AF-FB86DF25D711}"/>
              </a:ext>
            </a:extLst>
          </p:cNvPr>
          <p:cNvSpPr txBox="1"/>
          <p:nvPr/>
        </p:nvSpPr>
        <p:spPr>
          <a:xfrm>
            <a:off x="1868760" y="806487"/>
            <a:ext cx="4512448" cy="84446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en-US" sz="5400" b="1" spc="-185" dirty="0">
                <a:solidFill>
                  <a:srgbClr val="0F6B3C"/>
                </a:solidFill>
                <a:latin typeface="Tahoma"/>
                <a:cs typeface="Tahoma"/>
              </a:rPr>
              <a:t>Conclusion:</a:t>
            </a:r>
            <a:endParaRPr sz="5400" dirty="0">
              <a:latin typeface="Tahoma"/>
              <a:cs typeface="Tahoma"/>
            </a:endParaRPr>
          </a:p>
        </p:txBody>
      </p:sp>
      <p:sp>
        <p:nvSpPr>
          <p:cNvPr id="16" name="object 16">
            <a:extLst>
              <a:ext uri="{FF2B5EF4-FFF2-40B4-BE49-F238E27FC236}">
                <a16:creationId xmlns:a16="http://schemas.microsoft.com/office/drawing/2014/main" id="{5F9DADD8-2596-45AD-7EEB-ECABF2B3ADC3}"/>
              </a:ext>
            </a:extLst>
          </p:cNvPr>
          <p:cNvSpPr txBox="1"/>
          <p:nvPr/>
        </p:nvSpPr>
        <p:spPr>
          <a:xfrm>
            <a:off x="1369838" y="1682016"/>
            <a:ext cx="10412584" cy="8604984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en-US" sz="2000" b="1" dirty="0">
                <a:solidFill>
                  <a:schemeClr val="accent6">
                    <a:lumMod val="50000"/>
                  </a:schemeClr>
                </a:solidFill>
                <a:latin typeface="Arial" pitchFamily="34" charset="0"/>
                <a:cs typeface="Arial" pitchFamily="34" charset="0"/>
              </a:rPr>
              <a:t>1. 🌍 Water Crisis is Real</a:t>
            </a:r>
            <a:br>
              <a:rPr lang="en-US" sz="2000" b="1" dirty="0">
                <a:solidFill>
                  <a:schemeClr val="accent6">
                    <a:lumMod val="50000"/>
                  </a:schemeClr>
                </a:solidFill>
                <a:latin typeface="Arial" pitchFamily="34" charset="0"/>
                <a:cs typeface="Arial" pitchFamily="34" charset="0"/>
              </a:rPr>
            </a:br>
            <a:r>
              <a:rPr lang="en-US" sz="2000" b="1" dirty="0">
                <a:solidFill>
                  <a:schemeClr val="accent6">
                    <a:lumMod val="50000"/>
                  </a:schemeClr>
                </a:solidFill>
                <a:latin typeface="Arial" pitchFamily="34" charset="0"/>
                <a:cs typeface="Arial" pitchFamily="34" charset="0"/>
              </a:rPr>
              <a:t>Farming wasted up to 60% of water. In Pakistan, water resources are quickly running low. That’s why smart and efficient solutions are urgently needed.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endParaRPr lang="en-US" sz="2000" b="1" dirty="0">
              <a:solidFill>
                <a:schemeClr val="accent6">
                  <a:lumMod val="50000"/>
                </a:schemeClr>
              </a:solidFill>
              <a:latin typeface="Arial" pitchFamily="34" charset="0"/>
              <a:cs typeface="Arial" pitchFamily="34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en-US" sz="2000" b="1" dirty="0">
                <a:solidFill>
                  <a:schemeClr val="accent6">
                    <a:lumMod val="50000"/>
                  </a:schemeClr>
                </a:solidFill>
                <a:latin typeface="Arial" pitchFamily="34" charset="0"/>
                <a:cs typeface="Arial" pitchFamily="34" charset="0"/>
              </a:rPr>
              <a:t>2. 🚁 Smart Tech is the Answer</a:t>
            </a:r>
            <a:br>
              <a:rPr lang="en-US" sz="2000" b="1" dirty="0">
                <a:solidFill>
                  <a:schemeClr val="accent6">
                    <a:lumMod val="50000"/>
                  </a:schemeClr>
                </a:solidFill>
                <a:latin typeface="Arial" pitchFamily="34" charset="0"/>
                <a:cs typeface="Arial" pitchFamily="34" charset="0"/>
              </a:rPr>
            </a:br>
            <a:r>
              <a:rPr lang="en-US" sz="2000" b="1" dirty="0">
                <a:solidFill>
                  <a:schemeClr val="accent6">
                    <a:lumMod val="50000"/>
                  </a:schemeClr>
                </a:solidFill>
                <a:latin typeface="Arial" pitchFamily="34" charset="0"/>
                <a:cs typeface="Arial" pitchFamily="34" charset="0"/>
              </a:rPr>
              <a:t>Our system uses drones, IoT, cloud, and AI to manage water wisely and monitor crops in real-time.	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endParaRPr lang="en-US" sz="2000" b="1" dirty="0">
              <a:solidFill>
                <a:schemeClr val="accent6">
                  <a:lumMod val="50000"/>
                </a:schemeClr>
              </a:solidFill>
              <a:latin typeface="Arial" pitchFamily="34" charset="0"/>
              <a:cs typeface="Arial" pitchFamily="34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en-US" sz="2000" b="1" dirty="0">
                <a:solidFill>
                  <a:schemeClr val="accent6">
                    <a:lumMod val="50000"/>
                  </a:schemeClr>
                </a:solidFill>
                <a:latin typeface="Arial" pitchFamily="34" charset="0"/>
                <a:cs typeface="Arial" pitchFamily="34" charset="0"/>
              </a:rPr>
              <a:t>3. 💡 What We Built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en-US" sz="2000" b="1" dirty="0">
                <a:solidFill>
                  <a:schemeClr val="accent6">
                    <a:lumMod val="50000"/>
                  </a:schemeClr>
                </a:solidFill>
                <a:latin typeface="Arial" pitchFamily="34" charset="0"/>
                <a:cs typeface="Arial" pitchFamily="34" charset="0"/>
              </a:rPr>
              <a:t>•Drones detect plant health.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en-US" sz="2000" b="1" dirty="0">
                <a:solidFill>
                  <a:schemeClr val="accent6">
                    <a:lumMod val="50000"/>
                  </a:schemeClr>
                </a:solidFill>
                <a:latin typeface="Arial" pitchFamily="34" charset="0"/>
                <a:cs typeface="Arial" pitchFamily="34" charset="0"/>
              </a:rPr>
              <a:t>•Sensors monitor soil moisture &amp; weather.	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en-US" sz="2000" b="1" dirty="0">
                <a:solidFill>
                  <a:schemeClr val="accent6">
                    <a:lumMod val="50000"/>
                  </a:schemeClr>
                </a:solidFill>
                <a:latin typeface="Arial" pitchFamily="34" charset="0"/>
                <a:cs typeface="Arial" pitchFamily="34" charset="0"/>
              </a:rPr>
              <a:t>•Cloud dashboard shows where and when to irrigate.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endParaRPr lang="en-US" sz="2000" b="1" dirty="0">
              <a:solidFill>
                <a:schemeClr val="accent6">
                  <a:lumMod val="50000"/>
                </a:schemeClr>
              </a:solidFill>
              <a:latin typeface="Arial" pitchFamily="34" charset="0"/>
              <a:cs typeface="Arial" pitchFamily="34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en-US" sz="2000" b="1" dirty="0">
                <a:solidFill>
                  <a:schemeClr val="accent6">
                    <a:lumMod val="50000"/>
                  </a:schemeClr>
                </a:solidFill>
                <a:latin typeface="Arial" pitchFamily="34" charset="0"/>
                <a:cs typeface="Arial" pitchFamily="34" charset="0"/>
              </a:rPr>
              <a:t>4.✅ Proven Results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en-US" sz="2000" b="1" dirty="0">
                <a:solidFill>
                  <a:schemeClr val="accent6">
                    <a:lumMod val="50000"/>
                  </a:schemeClr>
                </a:solidFill>
                <a:latin typeface="Arial" pitchFamily="34" charset="0"/>
                <a:cs typeface="Arial" pitchFamily="34" charset="0"/>
              </a:rPr>
              <a:t>•Less water wasted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en-US" sz="2000" b="1" dirty="0">
                <a:solidFill>
                  <a:schemeClr val="accent6">
                    <a:lumMod val="50000"/>
                  </a:schemeClr>
                </a:solidFill>
                <a:latin typeface="Arial" pitchFamily="34" charset="0"/>
                <a:cs typeface="Arial" pitchFamily="34" charset="0"/>
              </a:rPr>
              <a:t>•Healthier crops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en-US" sz="2000" b="1" dirty="0">
                <a:solidFill>
                  <a:schemeClr val="accent6">
                    <a:lumMod val="50000"/>
                  </a:schemeClr>
                </a:solidFill>
                <a:latin typeface="Arial" pitchFamily="34" charset="0"/>
                <a:cs typeface="Arial" pitchFamily="34" charset="0"/>
              </a:rPr>
              <a:t>•Better decisions for farmers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endParaRPr lang="en-US" sz="2000" b="1" dirty="0">
              <a:solidFill>
                <a:schemeClr val="accent6">
                  <a:lumMod val="50000"/>
                </a:schemeClr>
              </a:solidFill>
              <a:latin typeface="Arial" pitchFamily="34" charset="0"/>
              <a:cs typeface="Arial" pitchFamily="34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en-US" sz="2000" b="1" dirty="0">
                <a:solidFill>
                  <a:schemeClr val="accent6">
                    <a:lumMod val="50000"/>
                  </a:schemeClr>
                </a:solidFill>
                <a:latin typeface="Arial" pitchFamily="34" charset="0"/>
                <a:cs typeface="Arial" pitchFamily="34" charset="0"/>
              </a:rPr>
              <a:t>5.🌱 Future Ready Farming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en-US" sz="2000" b="1" dirty="0">
                <a:solidFill>
                  <a:schemeClr val="accent6">
                    <a:lumMod val="50000"/>
                  </a:schemeClr>
                </a:solidFill>
                <a:latin typeface="Arial" pitchFamily="34" charset="0"/>
                <a:cs typeface="Arial" pitchFamily="34" charset="0"/>
              </a:rPr>
              <a:t>This is a step toward precision agriculture — smarter, cleaner, and more sustainable.</a:t>
            </a:r>
          </a:p>
        </p:txBody>
      </p:sp>
    </p:spTree>
    <p:extLst>
      <p:ext uri="{BB962C8B-B14F-4D97-AF65-F5344CB8AC3E}">
        <p14:creationId xmlns:p14="http://schemas.microsoft.com/office/powerpoint/2010/main" val="276413578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2963" y="5342479"/>
            <a:ext cx="8738237" cy="2769989"/>
          </a:xfrm>
        </p:spPr>
        <p:txBody>
          <a:bodyPr>
            <a:normAutofit/>
          </a:bodyPr>
          <a:lstStyle/>
          <a:p>
            <a:pPr algn="just"/>
            <a:r>
              <a:rPr lang="en-US" sz="6000" b="1" dirty="0">
                <a:solidFill>
                  <a:srgbClr val="1A5F11"/>
                </a:solidFill>
                <a:latin typeface="Arial" pitchFamily="34" charset="0"/>
                <a:cs typeface="Arial" pitchFamily="34" charset="0"/>
              </a:rPr>
              <a:t>We Are Here To Answer Any Questions You May Have.</a:t>
            </a:r>
          </a:p>
        </p:txBody>
      </p:sp>
      <p:grpSp>
        <p:nvGrpSpPr>
          <p:cNvPr id="3" name="object 7"/>
          <p:cNvGrpSpPr/>
          <p:nvPr/>
        </p:nvGrpSpPr>
        <p:grpSpPr>
          <a:xfrm>
            <a:off x="11834315" y="0"/>
            <a:ext cx="6232750" cy="10287000"/>
            <a:chOff x="9739350" y="0"/>
            <a:chExt cx="8549005" cy="10287000"/>
          </a:xfrm>
        </p:grpSpPr>
        <p:sp>
          <p:nvSpPr>
            <p:cNvPr id="4" name="object 8"/>
            <p:cNvSpPr/>
            <p:nvPr/>
          </p:nvSpPr>
          <p:spPr>
            <a:xfrm>
              <a:off x="15680856" y="4432518"/>
              <a:ext cx="2607310" cy="5827395"/>
            </a:xfrm>
            <a:custGeom>
              <a:avLst/>
              <a:gdLst/>
              <a:ahLst/>
              <a:cxnLst/>
              <a:rect l="l" t="t" r="r" b="b"/>
              <a:pathLst>
                <a:path w="2607309" h="5827395">
                  <a:moveTo>
                    <a:pt x="2607143" y="0"/>
                  </a:moveTo>
                  <a:lnTo>
                    <a:pt x="2607143" y="4001556"/>
                  </a:lnTo>
                  <a:lnTo>
                    <a:pt x="0" y="5827114"/>
                  </a:lnTo>
                  <a:lnTo>
                    <a:pt x="0" y="1825529"/>
                  </a:lnTo>
                  <a:lnTo>
                    <a:pt x="2607143" y="0"/>
                  </a:lnTo>
                  <a:close/>
                </a:path>
              </a:pathLst>
            </a:custGeom>
            <a:solidFill>
              <a:srgbClr val="13975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9"/>
            <p:cNvSpPr/>
            <p:nvPr/>
          </p:nvSpPr>
          <p:spPr>
            <a:xfrm>
              <a:off x="14581190" y="7691468"/>
              <a:ext cx="3707129" cy="2595880"/>
            </a:xfrm>
            <a:custGeom>
              <a:avLst/>
              <a:gdLst/>
              <a:ahLst/>
              <a:cxnLst/>
              <a:rect l="l" t="t" r="r" b="b"/>
              <a:pathLst>
                <a:path w="3707130" h="2595879">
                  <a:moveTo>
                    <a:pt x="3706809" y="0"/>
                  </a:moveTo>
                  <a:lnTo>
                    <a:pt x="3706809" y="2595531"/>
                  </a:lnTo>
                  <a:lnTo>
                    <a:pt x="0" y="2595531"/>
                  </a:lnTo>
                  <a:lnTo>
                    <a:pt x="3706809" y="0"/>
                  </a:lnTo>
                  <a:close/>
                </a:path>
              </a:pathLst>
            </a:custGeom>
            <a:solidFill>
              <a:srgbClr val="0F6B3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10"/>
            <p:cNvSpPr/>
            <p:nvPr/>
          </p:nvSpPr>
          <p:spPr>
            <a:xfrm>
              <a:off x="12055605" y="7053927"/>
              <a:ext cx="4617720" cy="3233420"/>
            </a:xfrm>
            <a:custGeom>
              <a:avLst/>
              <a:gdLst/>
              <a:ahLst/>
              <a:cxnLst/>
              <a:rect l="l" t="t" r="r" b="b"/>
              <a:pathLst>
                <a:path w="4617719" h="3233420">
                  <a:moveTo>
                    <a:pt x="4617311" y="0"/>
                  </a:moveTo>
                  <a:lnTo>
                    <a:pt x="4617311" y="3233072"/>
                  </a:lnTo>
                  <a:lnTo>
                    <a:pt x="0" y="3233072"/>
                  </a:lnTo>
                  <a:lnTo>
                    <a:pt x="4617311" y="0"/>
                  </a:lnTo>
                  <a:close/>
                </a:path>
              </a:pathLst>
            </a:custGeom>
            <a:solidFill>
              <a:srgbClr val="13975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11"/>
            <p:cNvSpPr/>
            <p:nvPr/>
          </p:nvSpPr>
          <p:spPr>
            <a:xfrm>
              <a:off x="10697336" y="4963832"/>
              <a:ext cx="7590790" cy="5323205"/>
            </a:xfrm>
            <a:custGeom>
              <a:avLst/>
              <a:gdLst/>
              <a:ahLst/>
              <a:cxnLst/>
              <a:rect l="l" t="t" r="r" b="b"/>
              <a:pathLst>
                <a:path w="7590790" h="5323205">
                  <a:moveTo>
                    <a:pt x="7590663" y="0"/>
                  </a:moveTo>
                  <a:lnTo>
                    <a:pt x="7590663" y="1560352"/>
                  </a:lnTo>
                  <a:lnTo>
                    <a:pt x="2227635" y="5323166"/>
                  </a:lnTo>
                  <a:lnTo>
                    <a:pt x="0" y="5323166"/>
                  </a:lnTo>
                  <a:lnTo>
                    <a:pt x="7590663" y="0"/>
                  </a:lnTo>
                  <a:close/>
                </a:path>
              </a:pathLst>
            </a:custGeom>
            <a:solidFill>
              <a:srgbClr val="0F6B3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12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739350" y="1944017"/>
              <a:ext cx="7877174" cy="7877174"/>
            </a:xfrm>
            <a:prstGeom prst="rect">
              <a:avLst/>
            </a:prstGeom>
          </p:spPr>
        </p:pic>
        <p:pic>
          <p:nvPicPr>
            <p:cNvPr id="9" name="object 1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0362069" y="2200683"/>
              <a:ext cx="7004957" cy="6997700"/>
            </a:xfrm>
            <a:prstGeom prst="rect">
              <a:avLst/>
            </a:prstGeom>
          </p:spPr>
        </p:pic>
        <p:sp>
          <p:nvSpPr>
            <p:cNvPr id="10" name="object 14"/>
            <p:cNvSpPr/>
            <p:nvPr/>
          </p:nvSpPr>
          <p:spPr>
            <a:xfrm>
              <a:off x="13023904" y="9096783"/>
              <a:ext cx="1681480" cy="97790"/>
            </a:xfrm>
            <a:custGeom>
              <a:avLst/>
              <a:gdLst/>
              <a:ahLst/>
              <a:cxnLst/>
              <a:rect l="l" t="t" r="r" b="b"/>
              <a:pathLst>
                <a:path w="1681480" h="97790">
                  <a:moveTo>
                    <a:pt x="541711" y="88899"/>
                  </a:moveTo>
                  <a:lnTo>
                    <a:pt x="553356" y="89924"/>
                  </a:lnTo>
                  <a:lnTo>
                    <a:pt x="600812" y="93454"/>
                  </a:lnTo>
                  <a:lnTo>
                    <a:pt x="648442" y="96352"/>
                  </a:lnTo>
                  <a:lnTo>
                    <a:pt x="673059" y="97516"/>
                  </a:lnTo>
                </a:path>
                <a:path w="1681480" h="97790">
                  <a:moveTo>
                    <a:pt x="1008163" y="97516"/>
                  </a:moveTo>
                  <a:lnTo>
                    <a:pt x="1032780" y="96352"/>
                  </a:lnTo>
                  <a:lnTo>
                    <a:pt x="1080410" y="93454"/>
                  </a:lnTo>
                  <a:lnTo>
                    <a:pt x="1127866" y="89924"/>
                  </a:lnTo>
                  <a:lnTo>
                    <a:pt x="1139511" y="88899"/>
                  </a:lnTo>
                </a:path>
                <a:path w="1681480" h="97790">
                  <a:moveTo>
                    <a:pt x="417452" y="76199"/>
                  </a:moveTo>
                  <a:lnTo>
                    <a:pt x="458981" y="80982"/>
                  </a:lnTo>
                  <a:lnTo>
                    <a:pt x="506077" y="85765"/>
                  </a:lnTo>
                  <a:lnTo>
                    <a:pt x="541711" y="88899"/>
                  </a:lnTo>
                </a:path>
                <a:path w="1681480" h="97790">
                  <a:moveTo>
                    <a:pt x="1139511" y="88899"/>
                  </a:moveTo>
                  <a:lnTo>
                    <a:pt x="1175144" y="85765"/>
                  </a:lnTo>
                  <a:lnTo>
                    <a:pt x="1222241" y="80982"/>
                  </a:lnTo>
                  <a:lnTo>
                    <a:pt x="1263770" y="76199"/>
                  </a:lnTo>
                </a:path>
                <a:path w="1681480" h="97790">
                  <a:moveTo>
                    <a:pt x="322814" y="63499"/>
                  </a:moveTo>
                  <a:lnTo>
                    <a:pt x="365350" y="69561"/>
                  </a:lnTo>
                  <a:lnTo>
                    <a:pt x="412070" y="75580"/>
                  </a:lnTo>
                  <a:lnTo>
                    <a:pt x="417452" y="76199"/>
                  </a:lnTo>
                </a:path>
                <a:path w="1681480" h="97790">
                  <a:moveTo>
                    <a:pt x="1263770" y="76199"/>
                  </a:moveTo>
                  <a:lnTo>
                    <a:pt x="1269152" y="75580"/>
                  </a:lnTo>
                  <a:lnTo>
                    <a:pt x="1315872" y="69561"/>
                  </a:lnTo>
                  <a:lnTo>
                    <a:pt x="1358408" y="63499"/>
                  </a:lnTo>
                </a:path>
                <a:path w="1681480" h="97790">
                  <a:moveTo>
                    <a:pt x="243709" y="50799"/>
                  </a:moveTo>
                  <a:lnTo>
                    <a:pt x="272496" y="55693"/>
                  </a:lnTo>
                  <a:lnTo>
                    <a:pt x="318824" y="62931"/>
                  </a:lnTo>
                  <a:lnTo>
                    <a:pt x="322814" y="63499"/>
                  </a:lnTo>
                </a:path>
                <a:path w="1681480" h="97790">
                  <a:moveTo>
                    <a:pt x="1358408" y="63499"/>
                  </a:moveTo>
                  <a:lnTo>
                    <a:pt x="1362398" y="62931"/>
                  </a:lnTo>
                  <a:lnTo>
                    <a:pt x="1408726" y="55693"/>
                  </a:lnTo>
                  <a:lnTo>
                    <a:pt x="1437513" y="50799"/>
                  </a:lnTo>
                </a:path>
                <a:path w="1681480" h="97790">
                  <a:moveTo>
                    <a:pt x="0" y="0"/>
                  </a:moveTo>
                  <a:lnTo>
                    <a:pt x="43982" y="10539"/>
                  </a:lnTo>
                  <a:lnTo>
                    <a:pt x="89254" y="20751"/>
                  </a:lnTo>
                  <a:lnTo>
                    <a:pt x="134746" y="30377"/>
                  </a:lnTo>
                  <a:lnTo>
                    <a:pt x="180453" y="39412"/>
                  </a:lnTo>
                  <a:lnTo>
                    <a:pt x="226371" y="47852"/>
                  </a:lnTo>
                  <a:lnTo>
                    <a:pt x="243709" y="50799"/>
                  </a:lnTo>
                </a:path>
                <a:path w="1681480" h="97790">
                  <a:moveTo>
                    <a:pt x="1437513" y="50799"/>
                  </a:moveTo>
                  <a:lnTo>
                    <a:pt x="1500769" y="39412"/>
                  </a:lnTo>
                  <a:lnTo>
                    <a:pt x="1546476" y="30377"/>
                  </a:lnTo>
                  <a:lnTo>
                    <a:pt x="1591968" y="20751"/>
                  </a:lnTo>
                  <a:lnTo>
                    <a:pt x="1637240" y="10539"/>
                  </a:lnTo>
                  <a:lnTo>
                    <a:pt x="1681222" y="0"/>
                  </a:lnTo>
                </a:path>
              </a:pathLst>
            </a:custGeom>
            <a:ln w="457199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5"/>
            <p:cNvSpPr/>
            <p:nvPr/>
          </p:nvSpPr>
          <p:spPr>
            <a:xfrm>
              <a:off x="10136436" y="5551508"/>
              <a:ext cx="457834" cy="2540"/>
            </a:xfrm>
            <a:custGeom>
              <a:avLst/>
              <a:gdLst/>
              <a:ahLst/>
              <a:cxnLst/>
              <a:rect l="l" t="t" r="r" b="b"/>
              <a:pathLst>
                <a:path w="457834" h="2539">
                  <a:moveTo>
                    <a:pt x="0" y="0"/>
                  </a:moveTo>
                  <a:lnTo>
                    <a:pt x="457271" y="0"/>
                  </a:lnTo>
                  <a:lnTo>
                    <a:pt x="457271" y="1976"/>
                  </a:lnTo>
                  <a:lnTo>
                    <a:pt x="0" y="197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6"/>
            <p:cNvSpPr/>
            <p:nvPr/>
          </p:nvSpPr>
          <p:spPr>
            <a:xfrm>
              <a:off x="10362123" y="4854206"/>
              <a:ext cx="7000875" cy="4243070"/>
            </a:xfrm>
            <a:custGeom>
              <a:avLst/>
              <a:gdLst/>
              <a:ahLst/>
              <a:cxnLst/>
              <a:rect l="l" t="t" r="r" b="b"/>
              <a:pathLst>
                <a:path w="7000875" h="4243070">
                  <a:moveTo>
                    <a:pt x="220" y="800876"/>
                  </a:moveTo>
                  <a:lnTo>
                    <a:pt x="0" y="841665"/>
                  </a:lnTo>
                  <a:lnTo>
                    <a:pt x="56" y="851676"/>
                  </a:lnTo>
                  <a:lnTo>
                    <a:pt x="218" y="889947"/>
                  </a:lnTo>
                  <a:lnTo>
                    <a:pt x="1182" y="938073"/>
                  </a:lnTo>
                  <a:lnTo>
                    <a:pt x="2866" y="986035"/>
                  </a:lnTo>
                  <a:lnTo>
                    <a:pt x="5128" y="1033834"/>
                  </a:lnTo>
                  <a:lnTo>
                    <a:pt x="8025" y="1081464"/>
                  </a:lnTo>
                  <a:lnTo>
                    <a:pt x="11556" y="1128920"/>
                  </a:lnTo>
                  <a:lnTo>
                    <a:pt x="15714" y="1176198"/>
                  </a:lnTo>
                  <a:lnTo>
                    <a:pt x="20497" y="1223295"/>
                  </a:lnTo>
                  <a:lnTo>
                    <a:pt x="25821" y="1270217"/>
                  </a:lnTo>
                  <a:lnTo>
                    <a:pt x="25894" y="1270777"/>
                  </a:lnTo>
                  <a:lnTo>
                    <a:pt x="31918" y="1316926"/>
                  </a:lnTo>
                  <a:lnTo>
                    <a:pt x="38548" y="1363452"/>
                  </a:lnTo>
                  <a:lnTo>
                    <a:pt x="45786" y="1409780"/>
                  </a:lnTo>
                  <a:lnTo>
                    <a:pt x="45901" y="1410457"/>
                  </a:lnTo>
                  <a:lnTo>
                    <a:pt x="53627" y="1455905"/>
                  </a:lnTo>
                  <a:lnTo>
                    <a:pt x="62067" y="1501823"/>
                  </a:lnTo>
                  <a:lnTo>
                    <a:pt x="71102" y="1547530"/>
                  </a:lnTo>
                  <a:lnTo>
                    <a:pt x="80728" y="1593022"/>
                  </a:lnTo>
                  <a:lnTo>
                    <a:pt x="90941" y="1638294"/>
                  </a:lnTo>
                  <a:lnTo>
                    <a:pt x="101735" y="1683343"/>
                  </a:lnTo>
                  <a:lnTo>
                    <a:pt x="113109" y="1728164"/>
                  </a:lnTo>
                  <a:lnTo>
                    <a:pt x="125056" y="1772754"/>
                  </a:lnTo>
                  <a:lnTo>
                    <a:pt x="137573" y="1817107"/>
                  </a:lnTo>
                  <a:lnTo>
                    <a:pt x="150656" y="1861220"/>
                  </a:lnTo>
                  <a:lnTo>
                    <a:pt x="164300" y="1905089"/>
                  </a:lnTo>
                  <a:lnTo>
                    <a:pt x="178502" y="1948709"/>
                  </a:lnTo>
                  <a:lnTo>
                    <a:pt x="193257" y="1992076"/>
                  </a:lnTo>
                  <a:lnTo>
                    <a:pt x="208561" y="2035186"/>
                  </a:lnTo>
                  <a:lnTo>
                    <a:pt x="224410" y="2078035"/>
                  </a:lnTo>
                  <a:lnTo>
                    <a:pt x="240800" y="2120619"/>
                  </a:lnTo>
                  <a:lnTo>
                    <a:pt x="257726" y="2162934"/>
                  </a:lnTo>
                  <a:lnTo>
                    <a:pt x="275185" y="2204975"/>
                  </a:lnTo>
                  <a:lnTo>
                    <a:pt x="293171" y="2246738"/>
                  </a:lnTo>
                  <a:lnTo>
                    <a:pt x="311682" y="2288219"/>
                  </a:lnTo>
                  <a:lnTo>
                    <a:pt x="330713" y="2329414"/>
                  </a:lnTo>
                  <a:lnTo>
                    <a:pt x="350259" y="2370319"/>
                  </a:lnTo>
                  <a:lnTo>
                    <a:pt x="370317" y="2410929"/>
                  </a:lnTo>
                  <a:lnTo>
                    <a:pt x="390882" y="2451240"/>
                  </a:lnTo>
                  <a:lnTo>
                    <a:pt x="411950" y="2491249"/>
                  </a:lnTo>
                  <a:lnTo>
                    <a:pt x="433517" y="2530951"/>
                  </a:lnTo>
                  <a:lnTo>
                    <a:pt x="455579" y="2570341"/>
                  </a:lnTo>
                  <a:lnTo>
                    <a:pt x="478132" y="2609416"/>
                  </a:lnTo>
                  <a:lnTo>
                    <a:pt x="501171" y="2648172"/>
                  </a:lnTo>
                  <a:lnTo>
                    <a:pt x="524692" y="2686604"/>
                  </a:lnTo>
                  <a:lnTo>
                    <a:pt x="548691" y="2724708"/>
                  </a:lnTo>
                  <a:lnTo>
                    <a:pt x="573165" y="2762480"/>
                  </a:lnTo>
                  <a:lnTo>
                    <a:pt x="598108" y="2799916"/>
                  </a:lnTo>
                  <a:lnTo>
                    <a:pt x="623517" y="2837011"/>
                  </a:lnTo>
                  <a:lnTo>
                    <a:pt x="649387" y="2873762"/>
                  </a:lnTo>
                  <a:lnTo>
                    <a:pt x="675714" y="2910164"/>
                  </a:lnTo>
                  <a:lnTo>
                    <a:pt x="702494" y="2946213"/>
                  </a:lnTo>
                  <a:lnTo>
                    <a:pt x="729724" y="2981905"/>
                  </a:lnTo>
                  <a:lnTo>
                    <a:pt x="757398" y="3017236"/>
                  </a:lnTo>
                  <a:lnTo>
                    <a:pt x="785512" y="3052201"/>
                  </a:lnTo>
                  <a:lnTo>
                    <a:pt x="814027" y="3086837"/>
                  </a:lnTo>
                  <a:lnTo>
                    <a:pt x="843046" y="3121019"/>
                  </a:lnTo>
                  <a:lnTo>
                    <a:pt x="872458" y="3154863"/>
                  </a:lnTo>
                  <a:lnTo>
                    <a:pt x="902222" y="3188409"/>
                  </a:lnTo>
                  <a:lnTo>
                    <a:pt x="932547" y="3221401"/>
                  </a:lnTo>
                  <a:lnTo>
                    <a:pt x="963218" y="3254086"/>
                  </a:lnTo>
                  <a:lnTo>
                    <a:pt x="994299" y="3286376"/>
                  </a:lnTo>
                  <a:lnTo>
                    <a:pt x="1025788" y="3318268"/>
                  </a:lnTo>
                  <a:lnTo>
                    <a:pt x="1057680" y="3349757"/>
                  </a:lnTo>
                  <a:lnTo>
                    <a:pt x="1089970" y="3380838"/>
                  </a:lnTo>
                  <a:lnTo>
                    <a:pt x="1122655" y="3411509"/>
                  </a:lnTo>
                  <a:lnTo>
                    <a:pt x="1155731" y="3441763"/>
                  </a:lnTo>
                  <a:lnTo>
                    <a:pt x="1189193" y="3471598"/>
                  </a:lnTo>
                  <a:lnTo>
                    <a:pt x="1223037" y="3501010"/>
                  </a:lnTo>
                  <a:lnTo>
                    <a:pt x="1257259" y="3529993"/>
                  </a:lnTo>
                  <a:lnTo>
                    <a:pt x="1291855" y="3558544"/>
                  </a:lnTo>
                  <a:lnTo>
                    <a:pt x="1326820" y="3586658"/>
                  </a:lnTo>
                  <a:lnTo>
                    <a:pt x="1362151" y="3614332"/>
                  </a:lnTo>
                  <a:lnTo>
                    <a:pt x="1397843" y="3641562"/>
                  </a:lnTo>
                  <a:lnTo>
                    <a:pt x="1433892" y="3668342"/>
                  </a:lnTo>
                  <a:lnTo>
                    <a:pt x="1470294" y="3694669"/>
                  </a:lnTo>
                  <a:lnTo>
                    <a:pt x="1507045" y="3720539"/>
                  </a:lnTo>
                  <a:lnTo>
                    <a:pt x="1544140" y="3745948"/>
                  </a:lnTo>
                  <a:lnTo>
                    <a:pt x="1581576" y="3770891"/>
                  </a:lnTo>
                  <a:lnTo>
                    <a:pt x="1619348" y="3795365"/>
                  </a:lnTo>
                  <a:lnTo>
                    <a:pt x="1657452" y="3819364"/>
                  </a:lnTo>
                  <a:lnTo>
                    <a:pt x="1695884" y="3842885"/>
                  </a:lnTo>
                  <a:lnTo>
                    <a:pt x="1734640" y="3865924"/>
                  </a:lnTo>
                  <a:lnTo>
                    <a:pt x="1773715" y="3888477"/>
                  </a:lnTo>
                  <a:lnTo>
                    <a:pt x="1813105" y="3910539"/>
                  </a:lnTo>
                  <a:lnTo>
                    <a:pt x="1852807" y="3932106"/>
                  </a:lnTo>
                  <a:lnTo>
                    <a:pt x="1892816" y="3953174"/>
                  </a:lnTo>
                  <a:lnTo>
                    <a:pt x="1933127" y="3973739"/>
                  </a:lnTo>
                  <a:lnTo>
                    <a:pt x="1973737" y="3993797"/>
                  </a:lnTo>
                  <a:lnTo>
                    <a:pt x="2014642" y="4013343"/>
                  </a:lnTo>
                  <a:lnTo>
                    <a:pt x="2055837" y="4032374"/>
                  </a:lnTo>
                  <a:lnTo>
                    <a:pt x="2097318" y="4050885"/>
                  </a:lnTo>
                  <a:lnTo>
                    <a:pt x="2139081" y="4068871"/>
                  </a:lnTo>
                  <a:lnTo>
                    <a:pt x="2181122" y="4086330"/>
                  </a:lnTo>
                  <a:lnTo>
                    <a:pt x="2223437" y="4103256"/>
                  </a:lnTo>
                  <a:lnTo>
                    <a:pt x="2266021" y="4119646"/>
                  </a:lnTo>
                  <a:lnTo>
                    <a:pt x="2308870" y="4135495"/>
                  </a:lnTo>
                  <a:lnTo>
                    <a:pt x="2351980" y="4150799"/>
                  </a:lnTo>
                  <a:lnTo>
                    <a:pt x="2395347" y="4165554"/>
                  </a:lnTo>
                  <a:lnTo>
                    <a:pt x="2438967" y="4179756"/>
                  </a:lnTo>
                  <a:lnTo>
                    <a:pt x="2482836" y="4193400"/>
                  </a:lnTo>
                  <a:lnTo>
                    <a:pt x="2526949" y="4206483"/>
                  </a:lnTo>
                  <a:lnTo>
                    <a:pt x="2571302" y="4219000"/>
                  </a:lnTo>
                  <a:lnTo>
                    <a:pt x="2615892" y="4230947"/>
                  </a:lnTo>
                  <a:lnTo>
                    <a:pt x="2660713" y="4242321"/>
                  </a:lnTo>
                  <a:lnTo>
                    <a:pt x="2661780" y="4242576"/>
                  </a:lnTo>
                </a:path>
                <a:path w="7000875" h="4243070">
                  <a:moveTo>
                    <a:pt x="4343003" y="4242576"/>
                  </a:moveTo>
                  <a:lnTo>
                    <a:pt x="4388891" y="4230947"/>
                  </a:lnTo>
                  <a:lnTo>
                    <a:pt x="4433480" y="4219000"/>
                  </a:lnTo>
                  <a:lnTo>
                    <a:pt x="4477833" y="4206483"/>
                  </a:lnTo>
                  <a:lnTo>
                    <a:pt x="4521946" y="4193400"/>
                  </a:lnTo>
                  <a:lnTo>
                    <a:pt x="4565815" y="4179756"/>
                  </a:lnTo>
                  <a:lnTo>
                    <a:pt x="4609435" y="4165554"/>
                  </a:lnTo>
                  <a:lnTo>
                    <a:pt x="4652802" y="4150799"/>
                  </a:lnTo>
                  <a:lnTo>
                    <a:pt x="4695913" y="4135495"/>
                  </a:lnTo>
                  <a:lnTo>
                    <a:pt x="4738762" y="4119646"/>
                  </a:lnTo>
                  <a:lnTo>
                    <a:pt x="4781346" y="4103256"/>
                  </a:lnTo>
                  <a:lnTo>
                    <a:pt x="4823660" y="4086330"/>
                  </a:lnTo>
                  <a:lnTo>
                    <a:pt x="4865701" y="4068871"/>
                  </a:lnTo>
                  <a:lnTo>
                    <a:pt x="4907464" y="4050885"/>
                  </a:lnTo>
                  <a:lnTo>
                    <a:pt x="4948946" y="4032374"/>
                  </a:lnTo>
                  <a:lnTo>
                    <a:pt x="4990141" y="4013343"/>
                  </a:lnTo>
                  <a:lnTo>
                    <a:pt x="5031045" y="3993797"/>
                  </a:lnTo>
                  <a:lnTo>
                    <a:pt x="5071655" y="3973739"/>
                  </a:lnTo>
                  <a:lnTo>
                    <a:pt x="5111967" y="3953174"/>
                  </a:lnTo>
                  <a:lnTo>
                    <a:pt x="5151976" y="3932106"/>
                  </a:lnTo>
                  <a:lnTo>
                    <a:pt x="5191677" y="3910539"/>
                  </a:lnTo>
                  <a:lnTo>
                    <a:pt x="5231068" y="3888477"/>
                  </a:lnTo>
                  <a:lnTo>
                    <a:pt x="5270143" y="3865924"/>
                  </a:lnTo>
                  <a:lnTo>
                    <a:pt x="5308898" y="3842885"/>
                  </a:lnTo>
                  <a:lnTo>
                    <a:pt x="5347330" y="3819364"/>
                  </a:lnTo>
                  <a:lnTo>
                    <a:pt x="5385434" y="3795365"/>
                  </a:lnTo>
                  <a:lnTo>
                    <a:pt x="5423206" y="3770891"/>
                  </a:lnTo>
                  <a:lnTo>
                    <a:pt x="5460642" y="3745948"/>
                  </a:lnTo>
                  <a:lnTo>
                    <a:pt x="5497738" y="3720539"/>
                  </a:lnTo>
                  <a:lnTo>
                    <a:pt x="5534488" y="3694669"/>
                  </a:lnTo>
                  <a:lnTo>
                    <a:pt x="5570890" y="3668342"/>
                  </a:lnTo>
                  <a:lnTo>
                    <a:pt x="5606940" y="3641562"/>
                  </a:lnTo>
                  <a:lnTo>
                    <a:pt x="5642632" y="3614332"/>
                  </a:lnTo>
                  <a:lnTo>
                    <a:pt x="5677962" y="3586658"/>
                  </a:lnTo>
                  <a:lnTo>
                    <a:pt x="5712928" y="3558544"/>
                  </a:lnTo>
                  <a:lnTo>
                    <a:pt x="5747524" y="3529993"/>
                  </a:lnTo>
                  <a:lnTo>
                    <a:pt x="5781746" y="3501010"/>
                  </a:lnTo>
                  <a:lnTo>
                    <a:pt x="5815590" y="3471598"/>
                  </a:lnTo>
                  <a:lnTo>
                    <a:pt x="5849052" y="3441763"/>
                  </a:lnTo>
                  <a:lnTo>
                    <a:pt x="5882127" y="3411509"/>
                  </a:lnTo>
                  <a:lnTo>
                    <a:pt x="5914812" y="3380838"/>
                  </a:lnTo>
                  <a:lnTo>
                    <a:pt x="5947103" y="3349757"/>
                  </a:lnTo>
                  <a:lnTo>
                    <a:pt x="5978995" y="3318268"/>
                  </a:lnTo>
                  <a:lnTo>
                    <a:pt x="6010483" y="3286376"/>
                  </a:lnTo>
                  <a:lnTo>
                    <a:pt x="6041565" y="3254086"/>
                  </a:lnTo>
                  <a:lnTo>
                    <a:pt x="6072235" y="3221401"/>
                  </a:lnTo>
                  <a:lnTo>
                    <a:pt x="6102599" y="3188411"/>
                  </a:lnTo>
                  <a:lnTo>
                    <a:pt x="6132325" y="3154863"/>
                  </a:lnTo>
                  <a:lnTo>
                    <a:pt x="6161736" y="3121019"/>
                  </a:lnTo>
                  <a:lnTo>
                    <a:pt x="6190794" y="3086854"/>
                  </a:lnTo>
                  <a:lnTo>
                    <a:pt x="6219270" y="3052201"/>
                  </a:lnTo>
                  <a:lnTo>
                    <a:pt x="6247385" y="3017236"/>
                  </a:lnTo>
                  <a:lnTo>
                    <a:pt x="6275059" y="2981905"/>
                  </a:lnTo>
                  <a:lnTo>
                    <a:pt x="6302288" y="2946213"/>
                  </a:lnTo>
                  <a:lnTo>
                    <a:pt x="6329069" y="2910164"/>
                  </a:lnTo>
                  <a:lnTo>
                    <a:pt x="6355396" y="2873762"/>
                  </a:lnTo>
                  <a:lnTo>
                    <a:pt x="6381266" y="2837011"/>
                  </a:lnTo>
                  <a:lnTo>
                    <a:pt x="6406675" y="2799916"/>
                  </a:lnTo>
                  <a:lnTo>
                    <a:pt x="6431618" y="2762480"/>
                  </a:lnTo>
                  <a:lnTo>
                    <a:pt x="6456091" y="2724708"/>
                  </a:lnTo>
                  <a:lnTo>
                    <a:pt x="6480091" y="2686604"/>
                  </a:lnTo>
                  <a:lnTo>
                    <a:pt x="6503612" y="2648172"/>
                  </a:lnTo>
                  <a:lnTo>
                    <a:pt x="6526651" y="2609416"/>
                  </a:lnTo>
                  <a:lnTo>
                    <a:pt x="6549203" y="2570341"/>
                  </a:lnTo>
                  <a:lnTo>
                    <a:pt x="6571265" y="2530951"/>
                  </a:lnTo>
                  <a:lnTo>
                    <a:pt x="6592833" y="2491249"/>
                  </a:lnTo>
                  <a:lnTo>
                    <a:pt x="6613901" y="2451240"/>
                  </a:lnTo>
                  <a:lnTo>
                    <a:pt x="6634466" y="2410929"/>
                  </a:lnTo>
                  <a:lnTo>
                    <a:pt x="6654524" y="2370319"/>
                  </a:lnTo>
                  <a:lnTo>
                    <a:pt x="6674070" y="2329414"/>
                  </a:lnTo>
                  <a:lnTo>
                    <a:pt x="6693100" y="2288219"/>
                  </a:lnTo>
                  <a:lnTo>
                    <a:pt x="6711611" y="2246738"/>
                  </a:lnTo>
                  <a:lnTo>
                    <a:pt x="6729598" y="2204975"/>
                  </a:lnTo>
                  <a:lnTo>
                    <a:pt x="6747056" y="2162934"/>
                  </a:lnTo>
                  <a:lnTo>
                    <a:pt x="6763983" y="2120619"/>
                  </a:lnTo>
                  <a:lnTo>
                    <a:pt x="6780372" y="2078035"/>
                  </a:lnTo>
                  <a:lnTo>
                    <a:pt x="6796221" y="2035186"/>
                  </a:lnTo>
                  <a:lnTo>
                    <a:pt x="6811525" y="1992076"/>
                  </a:lnTo>
                  <a:lnTo>
                    <a:pt x="6826281" y="1948709"/>
                  </a:lnTo>
                  <a:lnTo>
                    <a:pt x="6840482" y="1905089"/>
                  </a:lnTo>
                  <a:lnTo>
                    <a:pt x="6854127" y="1861220"/>
                  </a:lnTo>
                  <a:lnTo>
                    <a:pt x="6867210" y="1817107"/>
                  </a:lnTo>
                  <a:lnTo>
                    <a:pt x="6879727" y="1772754"/>
                  </a:lnTo>
                  <a:lnTo>
                    <a:pt x="6891674" y="1728164"/>
                  </a:lnTo>
                  <a:lnTo>
                    <a:pt x="6903047" y="1683343"/>
                  </a:lnTo>
                  <a:lnTo>
                    <a:pt x="6913842" y="1638294"/>
                  </a:lnTo>
                  <a:lnTo>
                    <a:pt x="6924054" y="1593022"/>
                  </a:lnTo>
                  <a:lnTo>
                    <a:pt x="6933680" y="1547530"/>
                  </a:lnTo>
                  <a:lnTo>
                    <a:pt x="6942715" y="1501823"/>
                  </a:lnTo>
                  <a:lnTo>
                    <a:pt x="6951155" y="1455905"/>
                  </a:lnTo>
                  <a:lnTo>
                    <a:pt x="6958996" y="1409780"/>
                  </a:lnTo>
                  <a:lnTo>
                    <a:pt x="6966234" y="1363452"/>
                  </a:lnTo>
                  <a:lnTo>
                    <a:pt x="6972864" y="1316926"/>
                  </a:lnTo>
                  <a:lnTo>
                    <a:pt x="6978883" y="1270205"/>
                  </a:lnTo>
                  <a:lnTo>
                    <a:pt x="6984286" y="1223295"/>
                  </a:lnTo>
                  <a:lnTo>
                    <a:pt x="6989068" y="1176198"/>
                  </a:lnTo>
                  <a:lnTo>
                    <a:pt x="6993227" y="1128920"/>
                  </a:lnTo>
                  <a:lnTo>
                    <a:pt x="6996757" y="1081464"/>
                  </a:lnTo>
                  <a:lnTo>
                    <a:pt x="6999655" y="1033834"/>
                  </a:lnTo>
                  <a:lnTo>
                    <a:pt x="7000819" y="1009226"/>
                  </a:lnTo>
                </a:path>
                <a:path w="7000875" h="4243070">
                  <a:moveTo>
                    <a:pt x="6989213" y="508770"/>
                  </a:moveTo>
                  <a:lnTo>
                    <a:pt x="6989005" y="507139"/>
                  </a:lnTo>
                </a:path>
                <a:path w="7000875" h="4243070">
                  <a:moveTo>
                    <a:pt x="6903230" y="748"/>
                  </a:moveTo>
                  <a:lnTo>
                    <a:pt x="6903004" y="0"/>
                  </a:lnTo>
                </a:path>
              </a:pathLst>
            </a:custGeom>
            <a:ln w="457199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" name="object 1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3078088" y="812356"/>
              <a:ext cx="4467224" cy="4467224"/>
            </a:xfrm>
            <a:prstGeom prst="rect">
              <a:avLst/>
            </a:prstGeom>
          </p:spPr>
        </p:pic>
        <p:pic>
          <p:nvPicPr>
            <p:cNvPr id="14" name="object 1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3431410" y="965974"/>
              <a:ext cx="3974506" cy="3962399"/>
            </a:xfrm>
            <a:prstGeom prst="rect">
              <a:avLst/>
            </a:prstGeom>
          </p:spPr>
        </p:pic>
        <p:sp>
          <p:nvSpPr>
            <p:cNvPr id="15" name="object 19"/>
            <p:cNvSpPr/>
            <p:nvPr/>
          </p:nvSpPr>
          <p:spPr>
            <a:xfrm>
              <a:off x="13431487" y="1600801"/>
              <a:ext cx="3971925" cy="3325495"/>
            </a:xfrm>
            <a:custGeom>
              <a:avLst/>
              <a:gdLst/>
              <a:ahLst/>
              <a:cxnLst/>
              <a:rect l="l" t="t" r="r" b="b"/>
              <a:pathLst>
                <a:path w="3971925" h="3325495">
                  <a:moveTo>
                    <a:pt x="1762748" y="3314872"/>
                  </a:moveTo>
                  <a:lnTo>
                    <a:pt x="1795766" y="3318423"/>
                  </a:lnTo>
                  <a:lnTo>
                    <a:pt x="1843162" y="3322383"/>
                  </a:lnTo>
                  <a:lnTo>
                    <a:pt x="1886871" y="3324990"/>
                  </a:lnTo>
                </a:path>
                <a:path w="3971925" h="3325495">
                  <a:moveTo>
                    <a:pt x="2087428" y="3324990"/>
                  </a:moveTo>
                  <a:lnTo>
                    <a:pt x="2131137" y="3322383"/>
                  </a:lnTo>
                  <a:lnTo>
                    <a:pt x="2178532" y="3318423"/>
                  </a:lnTo>
                  <a:lnTo>
                    <a:pt x="2211551" y="3314872"/>
                  </a:lnTo>
                </a:path>
                <a:path w="3971925" h="3325495">
                  <a:moveTo>
                    <a:pt x="1669632" y="3302172"/>
                  </a:moveTo>
                  <a:lnTo>
                    <a:pt x="1701952" y="3307208"/>
                  </a:lnTo>
                  <a:lnTo>
                    <a:pt x="1748692" y="3313360"/>
                  </a:lnTo>
                  <a:lnTo>
                    <a:pt x="1762748" y="3314872"/>
                  </a:lnTo>
                </a:path>
                <a:path w="3971925" h="3325495">
                  <a:moveTo>
                    <a:pt x="2211551" y="3314872"/>
                  </a:moveTo>
                  <a:lnTo>
                    <a:pt x="2225607" y="3313360"/>
                  </a:lnTo>
                  <a:lnTo>
                    <a:pt x="2272346" y="3307208"/>
                  </a:lnTo>
                  <a:lnTo>
                    <a:pt x="2304666" y="3302172"/>
                  </a:lnTo>
                </a:path>
                <a:path w="3971925" h="3325495">
                  <a:moveTo>
                    <a:pt x="2270" y="1244014"/>
                  </a:moveTo>
                  <a:lnTo>
                    <a:pt x="2242" y="1244773"/>
                  </a:lnTo>
                  <a:lnTo>
                    <a:pt x="620" y="1292014"/>
                  </a:lnTo>
                  <a:lnTo>
                    <a:pt x="568" y="1295573"/>
                  </a:lnTo>
                  <a:lnTo>
                    <a:pt x="0" y="1340293"/>
                  </a:lnTo>
                  <a:lnTo>
                    <a:pt x="400" y="1388576"/>
                  </a:lnTo>
                  <a:lnTo>
                    <a:pt x="2214" y="1436575"/>
                  </a:lnTo>
                  <a:lnTo>
                    <a:pt x="5059" y="1484280"/>
                  </a:lnTo>
                  <a:lnTo>
                    <a:pt x="9019" y="1531676"/>
                  </a:lnTo>
                  <a:lnTo>
                    <a:pt x="14082" y="1578750"/>
                  </a:lnTo>
                  <a:lnTo>
                    <a:pt x="20190" y="1625496"/>
                  </a:lnTo>
                  <a:lnTo>
                    <a:pt x="27463" y="1671881"/>
                  </a:lnTo>
                  <a:lnTo>
                    <a:pt x="35755" y="1717912"/>
                  </a:lnTo>
                  <a:lnTo>
                    <a:pt x="45097" y="1763569"/>
                  </a:lnTo>
                  <a:lnTo>
                    <a:pt x="55477" y="1808840"/>
                  </a:lnTo>
                  <a:lnTo>
                    <a:pt x="66881" y="1853710"/>
                  </a:lnTo>
                  <a:lnTo>
                    <a:pt x="79296" y="1898168"/>
                  </a:lnTo>
                  <a:lnTo>
                    <a:pt x="92710" y="1942200"/>
                  </a:lnTo>
                  <a:lnTo>
                    <a:pt x="107109" y="1985794"/>
                  </a:lnTo>
                  <a:lnTo>
                    <a:pt x="122481" y="2028935"/>
                  </a:lnTo>
                  <a:lnTo>
                    <a:pt x="138811" y="2071612"/>
                  </a:lnTo>
                  <a:lnTo>
                    <a:pt x="156088" y="2113811"/>
                  </a:lnTo>
                  <a:lnTo>
                    <a:pt x="174298" y="2155519"/>
                  </a:lnTo>
                  <a:lnTo>
                    <a:pt x="193429" y="2196723"/>
                  </a:lnTo>
                  <a:lnTo>
                    <a:pt x="213466" y="2237410"/>
                  </a:lnTo>
                  <a:lnTo>
                    <a:pt x="234398" y="2277568"/>
                  </a:lnTo>
                  <a:lnTo>
                    <a:pt x="256212" y="2317182"/>
                  </a:lnTo>
                  <a:lnTo>
                    <a:pt x="278893" y="2356241"/>
                  </a:lnTo>
                  <a:lnTo>
                    <a:pt x="302429" y="2394731"/>
                  </a:lnTo>
                  <a:lnTo>
                    <a:pt x="326808" y="2432638"/>
                  </a:lnTo>
                  <a:lnTo>
                    <a:pt x="352016" y="2469951"/>
                  </a:lnTo>
                  <a:lnTo>
                    <a:pt x="378040" y="2506656"/>
                  </a:lnTo>
                  <a:lnTo>
                    <a:pt x="404867" y="2542740"/>
                  </a:lnTo>
                  <a:lnTo>
                    <a:pt x="432446" y="2578231"/>
                  </a:lnTo>
                  <a:lnTo>
                    <a:pt x="460879" y="2612993"/>
                  </a:lnTo>
                  <a:lnTo>
                    <a:pt x="490037" y="2647136"/>
                  </a:lnTo>
                  <a:lnTo>
                    <a:pt x="519947" y="2680606"/>
                  </a:lnTo>
                  <a:lnTo>
                    <a:pt x="550595" y="2713389"/>
                  </a:lnTo>
                  <a:lnTo>
                    <a:pt x="581967" y="2745474"/>
                  </a:lnTo>
                  <a:lnTo>
                    <a:pt x="614052" y="2776847"/>
                  </a:lnTo>
                  <a:lnTo>
                    <a:pt x="646836" y="2807495"/>
                  </a:lnTo>
                  <a:lnTo>
                    <a:pt x="680306" y="2837404"/>
                  </a:lnTo>
                  <a:lnTo>
                    <a:pt x="714449" y="2866563"/>
                  </a:lnTo>
                  <a:lnTo>
                    <a:pt x="749252" y="2894957"/>
                  </a:lnTo>
                  <a:lnTo>
                    <a:pt x="784702" y="2922575"/>
                  </a:lnTo>
                  <a:lnTo>
                    <a:pt x="820785" y="2949402"/>
                  </a:lnTo>
                  <a:lnTo>
                    <a:pt x="857490" y="2975426"/>
                  </a:lnTo>
                  <a:lnTo>
                    <a:pt x="894803" y="3000634"/>
                  </a:lnTo>
                  <a:lnTo>
                    <a:pt x="932711" y="3025012"/>
                  </a:lnTo>
                  <a:lnTo>
                    <a:pt x="971201" y="3048549"/>
                  </a:lnTo>
                  <a:lnTo>
                    <a:pt x="1010259" y="3071230"/>
                  </a:lnTo>
                  <a:lnTo>
                    <a:pt x="1049874" y="3093043"/>
                  </a:lnTo>
                  <a:lnTo>
                    <a:pt x="1090031" y="3113975"/>
                  </a:lnTo>
                  <a:lnTo>
                    <a:pt x="1130718" y="3134013"/>
                  </a:lnTo>
                  <a:lnTo>
                    <a:pt x="1171923" y="3153143"/>
                  </a:lnTo>
                  <a:lnTo>
                    <a:pt x="1213631" y="3171354"/>
                  </a:lnTo>
                  <a:lnTo>
                    <a:pt x="1255830" y="3188631"/>
                  </a:lnTo>
                  <a:lnTo>
                    <a:pt x="1298506" y="3204961"/>
                  </a:lnTo>
                  <a:lnTo>
                    <a:pt x="1341648" y="3220333"/>
                  </a:lnTo>
                  <a:lnTo>
                    <a:pt x="1385241" y="3234732"/>
                  </a:lnTo>
                  <a:lnTo>
                    <a:pt x="1429273" y="3248145"/>
                  </a:lnTo>
                  <a:lnTo>
                    <a:pt x="1473731" y="3260561"/>
                  </a:lnTo>
                  <a:lnTo>
                    <a:pt x="1518602" y="3271965"/>
                  </a:lnTo>
                  <a:lnTo>
                    <a:pt x="1563873" y="3282345"/>
                  </a:lnTo>
                  <a:lnTo>
                    <a:pt x="1609530" y="3291687"/>
                  </a:lnTo>
                  <a:lnTo>
                    <a:pt x="1655561" y="3299979"/>
                  </a:lnTo>
                  <a:lnTo>
                    <a:pt x="1669632" y="3302172"/>
                  </a:lnTo>
                </a:path>
                <a:path w="3971925" h="3325495">
                  <a:moveTo>
                    <a:pt x="2304666" y="3302172"/>
                  </a:moveTo>
                  <a:lnTo>
                    <a:pt x="2364769" y="3291687"/>
                  </a:lnTo>
                  <a:lnTo>
                    <a:pt x="2410426" y="3282345"/>
                  </a:lnTo>
                  <a:lnTo>
                    <a:pt x="2455696" y="3271965"/>
                  </a:lnTo>
                  <a:lnTo>
                    <a:pt x="2500567" y="3260561"/>
                  </a:lnTo>
                  <a:lnTo>
                    <a:pt x="2545025" y="3248145"/>
                  </a:lnTo>
                  <a:lnTo>
                    <a:pt x="2589057" y="3234732"/>
                  </a:lnTo>
                  <a:lnTo>
                    <a:pt x="2632651" y="3220333"/>
                  </a:lnTo>
                  <a:lnTo>
                    <a:pt x="2675792" y="3204961"/>
                  </a:lnTo>
                  <a:lnTo>
                    <a:pt x="2718469" y="3188631"/>
                  </a:lnTo>
                  <a:lnTo>
                    <a:pt x="2760668" y="3171354"/>
                  </a:lnTo>
                  <a:lnTo>
                    <a:pt x="2802376" y="3153143"/>
                  </a:lnTo>
                  <a:lnTo>
                    <a:pt x="2843580" y="3134013"/>
                  </a:lnTo>
                  <a:lnTo>
                    <a:pt x="2884267" y="3113975"/>
                  </a:lnTo>
                  <a:lnTo>
                    <a:pt x="2924425" y="3093043"/>
                  </a:lnTo>
                  <a:lnTo>
                    <a:pt x="2964039" y="3071230"/>
                  </a:lnTo>
                  <a:lnTo>
                    <a:pt x="3003098" y="3048549"/>
                  </a:lnTo>
                  <a:lnTo>
                    <a:pt x="3041587" y="3025012"/>
                  </a:lnTo>
                  <a:lnTo>
                    <a:pt x="3079495" y="3000634"/>
                  </a:lnTo>
                  <a:lnTo>
                    <a:pt x="3116808" y="2975426"/>
                  </a:lnTo>
                  <a:lnTo>
                    <a:pt x="3153513" y="2949402"/>
                  </a:lnTo>
                  <a:lnTo>
                    <a:pt x="3189597" y="2922575"/>
                  </a:lnTo>
                  <a:lnTo>
                    <a:pt x="3225047" y="2894957"/>
                  </a:lnTo>
                  <a:lnTo>
                    <a:pt x="3259850" y="2866563"/>
                  </a:lnTo>
                  <a:lnTo>
                    <a:pt x="3293993" y="2837404"/>
                  </a:lnTo>
                  <a:lnTo>
                    <a:pt x="3327462" y="2807495"/>
                  </a:lnTo>
                  <a:lnTo>
                    <a:pt x="3360246" y="2776847"/>
                  </a:lnTo>
                  <a:lnTo>
                    <a:pt x="3392331" y="2745474"/>
                  </a:lnTo>
                  <a:lnTo>
                    <a:pt x="3423704" y="2713389"/>
                  </a:lnTo>
                  <a:lnTo>
                    <a:pt x="3454352" y="2680606"/>
                  </a:lnTo>
                  <a:lnTo>
                    <a:pt x="3484261" y="2647136"/>
                  </a:lnTo>
                  <a:lnTo>
                    <a:pt x="3513420" y="2612993"/>
                  </a:lnTo>
                  <a:lnTo>
                    <a:pt x="3541883" y="2578241"/>
                  </a:lnTo>
                  <a:lnTo>
                    <a:pt x="3569431" y="2542740"/>
                  </a:lnTo>
                  <a:lnTo>
                    <a:pt x="3596258" y="2506656"/>
                  </a:lnTo>
                  <a:lnTo>
                    <a:pt x="3622283" y="2469951"/>
                  </a:lnTo>
                  <a:lnTo>
                    <a:pt x="3647490" y="2432638"/>
                  </a:lnTo>
                  <a:lnTo>
                    <a:pt x="3671869" y="2394731"/>
                  </a:lnTo>
                  <a:lnTo>
                    <a:pt x="3695406" y="2356241"/>
                  </a:lnTo>
                  <a:lnTo>
                    <a:pt x="3718087" y="2317182"/>
                  </a:lnTo>
                  <a:lnTo>
                    <a:pt x="3739900" y="2277568"/>
                  </a:lnTo>
                  <a:lnTo>
                    <a:pt x="3760832" y="2237410"/>
                  </a:lnTo>
                  <a:lnTo>
                    <a:pt x="3780870" y="2196723"/>
                  </a:lnTo>
                  <a:lnTo>
                    <a:pt x="3800000" y="2155519"/>
                  </a:lnTo>
                  <a:lnTo>
                    <a:pt x="3818210" y="2113811"/>
                  </a:lnTo>
                  <a:lnTo>
                    <a:pt x="3835487" y="2071612"/>
                  </a:lnTo>
                  <a:lnTo>
                    <a:pt x="3851818" y="2028935"/>
                  </a:lnTo>
                  <a:lnTo>
                    <a:pt x="3867189" y="1985794"/>
                  </a:lnTo>
                  <a:lnTo>
                    <a:pt x="3881588" y="1942200"/>
                  </a:lnTo>
                  <a:lnTo>
                    <a:pt x="3895002" y="1898168"/>
                  </a:lnTo>
                  <a:lnTo>
                    <a:pt x="3907418" y="1853710"/>
                  </a:lnTo>
                  <a:lnTo>
                    <a:pt x="3918822" y="1808840"/>
                  </a:lnTo>
                  <a:lnTo>
                    <a:pt x="3929201" y="1763569"/>
                  </a:lnTo>
                  <a:lnTo>
                    <a:pt x="3938544" y="1717912"/>
                  </a:lnTo>
                  <a:lnTo>
                    <a:pt x="3946836" y="1671881"/>
                  </a:lnTo>
                  <a:lnTo>
                    <a:pt x="3954023" y="1625757"/>
                  </a:lnTo>
                  <a:lnTo>
                    <a:pt x="3954067" y="1625490"/>
                  </a:lnTo>
                  <a:lnTo>
                    <a:pt x="3960217" y="1578750"/>
                  </a:lnTo>
                  <a:lnTo>
                    <a:pt x="3965280" y="1531676"/>
                  </a:lnTo>
                  <a:lnTo>
                    <a:pt x="3969240" y="1484280"/>
                  </a:lnTo>
                  <a:lnTo>
                    <a:pt x="3971847" y="1440567"/>
                  </a:lnTo>
                </a:path>
                <a:path w="3971925" h="3325495">
                  <a:moveTo>
                    <a:pt x="3454467" y="109"/>
                  </a:moveTo>
                  <a:lnTo>
                    <a:pt x="3454335" y="0"/>
                  </a:lnTo>
                </a:path>
              </a:pathLst>
            </a:custGeom>
            <a:ln w="457199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20"/>
            <p:cNvSpPr/>
            <p:nvPr/>
          </p:nvSpPr>
          <p:spPr>
            <a:xfrm>
              <a:off x="9932149" y="11"/>
              <a:ext cx="3218180" cy="768350"/>
            </a:xfrm>
            <a:custGeom>
              <a:avLst/>
              <a:gdLst/>
              <a:ahLst/>
              <a:cxnLst/>
              <a:rect l="l" t="t" r="r" b="b"/>
              <a:pathLst>
                <a:path w="3218180" h="768350">
                  <a:moveTo>
                    <a:pt x="1385404" y="0"/>
                  </a:moveTo>
                  <a:lnTo>
                    <a:pt x="0" y="0"/>
                  </a:lnTo>
                  <a:lnTo>
                    <a:pt x="692721" y="768248"/>
                  </a:lnTo>
                  <a:lnTo>
                    <a:pt x="1385404" y="0"/>
                  </a:lnTo>
                  <a:close/>
                </a:path>
                <a:path w="3218180" h="768350">
                  <a:moveTo>
                    <a:pt x="3217557" y="0"/>
                  </a:moveTo>
                  <a:lnTo>
                    <a:pt x="1832140" y="0"/>
                  </a:lnTo>
                  <a:lnTo>
                    <a:pt x="2524836" y="768248"/>
                  </a:lnTo>
                  <a:lnTo>
                    <a:pt x="3217557" y="0"/>
                  </a:lnTo>
                  <a:close/>
                </a:path>
              </a:pathLst>
            </a:custGeom>
            <a:solidFill>
              <a:srgbClr val="13975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21"/>
            <p:cNvSpPr/>
            <p:nvPr/>
          </p:nvSpPr>
          <p:spPr>
            <a:xfrm>
              <a:off x="10782755" y="0"/>
              <a:ext cx="1516380" cy="803275"/>
            </a:xfrm>
            <a:custGeom>
              <a:avLst/>
              <a:gdLst/>
              <a:ahLst/>
              <a:cxnLst/>
              <a:rect l="l" t="t" r="r" b="b"/>
              <a:pathLst>
                <a:path w="1516379" h="803275">
                  <a:moveTo>
                    <a:pt x="723789" y="0"/>
                  </a:moveTo>
                  <a:lnTo>
                    <a:pt x="792562" y="0"/>
                  </a:lnTo>
                  <a:lnTo>
                    <a:pt x="1516351" y="802740"/>
                  </a:lnTo>
                  <a:lnTo>
                    <a:pt x="0" y="802740"/>
                  </a:lnTo>
                  <a:lnTo>
                    <a:pt x="723789" y="0"/>
                  </a:lnTo>
                  <a:close/>
                </a:path>
              </a:pathLst>
            </a:custGeom>
            <a:solidFill>
              <a:srgbClr val="0F6B3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22"/>
            <p:cNvSpPr/>
            <p:nvPr/>
          </p:nvSpPr>
          <p:spPr>
            <a:xfrm>
              <a:off x="16700894" y="8755379"/>
              <a:ext cx="599440" cy="581660"/>
            </a:xfrm>
            <a:custGeom>
              <a:avLst/>
              <a:gdLst/>
              <a:ahLst/>
              <a:cxnLst/>
              <a:rect l="l" t="t" r="r" b="b"/>
              <a:pathLst>
                <a:path w="599440" h="581659">
                  <a:moveTo>
                    <a:pt x="58166" y="552526"/>
                  </a:moveTo>
                  <a:lnTo>
                    <a:pt x="55880" y="541223"/>
                  </a:lnTo>
                  <a:lnTo>
                    <a:pt x="49631" y="531964"/>
                  </a:lnTo>
                  <a:lnTo>
                    <a:pt x="40386" y="525729"/>
                  </a:lnTo>
                  <a:lnTo>
                    <a:pt x="29083" y="523443"/>
                  </a:lnTo>
                  <a:lnTo>
                    <a:pt x="17767" y="525729"/>
                  </a:lnTo>
                  <a:lnTo>
                    <a:pt x="8521" y="531964"/>
                  </a:lnTo>
                  <a:lnTo>
                    <a:pt x="2286" y="541223"/>
                  </a:lnTo>
                  <a:lnTo>
                    <a:pt x="0" y="552526"/>
                  </a:lnTo>
                  <a:lnTo>
                    <a:pt x="2286" y="563841"/>
                  </a:lnTo>
                  <a:lnTo>
                    <a:pt x="8521" y="573087"/>
                  </a:lnTo>
                  <a:lnTo>
                    <a:pt x="17767" y="579323"/>
                  </a:lnTo>
                  <a:lnTo>
                    <a:pt x="29083" y="581609"/>
                  </a:lnTo>
                  <a:lnTo>
                    <a:pt x="40386" y="579323"/>
                  </a:lnTo>
                  <a:lnTo>
                    <a:pt x="49631" y="573087"/>
                  </a:lnTo>
                  <a:lnTo>
                    <a:pt x="55880" y="563841"/>
                  </a:lnTo>
                  <a:lnTo>
                    <a:pt x="58166" y="552526"/>
                  </a:lnTo>
                  <a:close/>
                </a:path>
                <a:path w="599440" h="581659">
                  <a:moveTo>
                    <a:pt x="58166" y="374357"/>
                  </a:moveTo>
                  <a:lnTo>
                    <a:pt x="55880" y="363054"/>
                  </a:lnTo>
                  <a:lnTo>
                    <a:pt x="49631" y="353796"/>
                  </a:lnTo>
                  <a:lnTo>
                    <a:pt x="40386" y="347560"/>
                  </a:lnTo>
                  <a:lnTo>
                    <a:pt x="29083" y="345274"/>
                  </a:lnTo>
                  <a:lnTo>
                    <a:pt x="17767" y="347560"/>
                  </a:lnTo>
                  <a:lnTo>
                    <a:pt x="8521" y="353796"/>
                  </a:lnTo>
                  <a:lnTo>
                    <a:pt x="2286" y="363054"/>
                  </a:lnTo>
                  <a:lnTo>
                    <a:pt x="0" y="374357"/>
                  </a:lnTo>
                  <a:lnTo>
                    <a:pt x="2286" y="385673"/>
                  </a:lnTo>
                  <a:lnTo>
                    <a:pt x="8521" y="394919"/>
                  </a:lnTo>
                  <a:lnTo>
                    <a:pt x="17767" y="401154"/>
                  </a:lnTo>
                  <a:lnTo>
                    <a:pt x="29083" y="403440"/>
                  </a:lnTo>
                  <a:lnTo>
                    <a:pt x="40386" y="401154"/>
                  </a:lnTo>
                  <a:lnTo>
                    <a:pt x="49631" y="394919"/>
                  </a:lnTo>
                  <a:lnTo>
                    <a:pt x="55880" y="385673"/>
                  </a:lnTo>
                  <a:lnTo>
                    <a:pt x="58166" y="374357"/>
                  </a:lnTo>
                  <a:close/>
                </a:path>
                <a:path w="599440" h="581659">
                  <a:moveTo>
                    <a:pt x="58166" y="207251"/>
                  </a:moveTo>
                  <a:lnTo>
                    <a:pt x="55880" y="195935"/>
                  </a:lnTo>
                  <a:lnTo>
                    <a:pt x="49631" y="186690"/>
                  </a:lnTo>
                  <a:lnTo>
                    <a:pt x="40386" y="180454"/>
                  </a:lnTo>
                  <a:lnTo>
                    <a:pt x="29083" y="178155"/>
                  </a:lnTo>
                  <a:lnTo>
                    <a:pt x="17767" y="180454"/>
                  </a:lnTo>
                  <a:lnTo>
                    <a:pt x="8521" y="186690"/>
                  </a:lnTo>
                  <a:lnTo>
                    <a:pt x="2286" y="195935"/>
                  </a:lnTo>
                  <a:lnTo>
                    <a:pt x="0" y="207251"/>
                  </a:lnTo>
                  <a:lnTo>
                    <a:pt x="2286" y="218554"/>
                  </a:lnTo>
                  <a:lnTo>
                    <a:pt x="8521" y="227799"/>
                  </a:lnTo>
                  <a:lnTo>
                    <a:pt x="17767" y="234048"/>
                  </a:lnTo>
                  <a:lnTo>
                    <a:pt x="29083" y="236334"/>
                  </a:lnTo>
                  <a:lnTo>
                    <a:pt x="40386" y="234048"/>
                  </a:lnTo>
                  <a:lnTo>
                    <a:pt x="49631" y="227799"/>
                  </a:lnTo>
                  <a:lnTo>
                    <a:pt x="55880" y="218554"/>
                  </a:lnTo>
                  <a:lnTo>
                    <a:pt x="58166" y="207251"/>
                  </a:lnTo>
                  <a:close/>
                </a:path>
                <a:path w="599440" h="581659">
                  <a:moveTo>
                    <a:pt x="58166" y="29083"/>
                  </a:moveTo>
                  <a:lnTo>
                    <a:pt x="55880" y="17767"/>
                  </a:lnTo>
                  <a:lnTo>
                    <a:pt x="49631" y="8521"/>
                  </a:lnTo>
                  <a:lnTo>
                    <a:pt x="40386" y="2286"/>
                  </a:lnTo>
                  <a:lnTo>
                    <a:pt x="29083" y="0"/>
                  </a:lnTo>
                  <a:lnTo>
                    <a:pt x="17767" y="2286"/>
                  </a:lnTo>
                  <a:lnTo>
                    <a:pt x="8521" y="8521"/>
                  </a:lnTo>
                  <a:lnTo>
                    <a:pt x="2286" y="17767"/>
                  </a:lnTo>
                  <a:lnTo>
                    <a:pt x="0" y="29083"/>
                  </a:lnTo>
                  <a:lnTo>
                    <a:pt x="2286" y="40386"/>
                  </a:lnTo>
                  <a:lnTo>
                    <a:pt x="8521" y="49631"/>
                  </a:lnTo>
                  <a:lnTo>
                    <a:pt x="17767" y="55880"/>
                  </a:lnTo>
                  <a:lnTo>
                    <a:pt x="29083" y="58166"/>
                  </a:lnTo>
                  <a:lnTo>
                    <a:pt x="40386" y="55880"/>
                  </a:lnTo>
                  <a:lnTo>
                    <a:pt x="49631" y="49631"/>
                  </a:lnTo>
                  <a:lnTo>
                    <a:pt x="55880" y="40386"/>
                  </a:lnTo>
                  <a:lnTo>
                    <a:pt x="58166" y="29083"/>
                  </a:lnTo>
                  <a:close/>
                </a:path>
                <a:path w="599440" h="581659">
                  <a:moveTo>
                    <a:pt x="237566" y="552526"/>
                  </a:moveTo>
                  <a:lnTo>
                    <a:pt x="235280" y="541223"/>
                  </a:lnTo>
                  <a:lnTo>
                    <a:pt x="229031" y="531964"/>
                  </a:lnTo>
                  <a:lnTo>
                    <a:pt x="219786" y="525729"/>
                  </a:lnTo>
                  <a:lnTo>
                    <a:pt x="208483" y="523443"/>
                  </a:lnTo>
                  <a:lnTo>
                    <a:pt x="197167" y="525729"/>
                  </a:lnTo>
                  <a:lnTo>
                    <a:pt x="187921" y="531964"/>
                  </a:lnTo>
                  <a:lnTo>
                    <a:pt x="181686" y="541223"/>
                  </a:lnTo>
                  <a:lnTo>
                    <a:pt x="179387" y="552526"/>
                  </a:lnTo>
                  <a:lnTo>
                    <a:pt x="181686" y="563841"/>
                  </a:lnTo>
                  <a:lnTo>
                    <a:pt x="187921" y="573087"/>
                  </a:lnTo>
                  <a:lnTo>
                    <a:pt x="197167" y="579323"/>
                  </a:lnTo>
                  <a:lnTo>
                    <a:pt x="208483" y="581609"/>
                  </a:lnTo>
                  <a:lnTo>
                    <a:pt x="219786" y="579323"/>
                  </a:lnTo>
                  <a:lnTo>
                    <a:pt x="229031" y="573087"/>
                  </a:lnTo>
                  <a:lnTo>
                    <a:pt x="235280" y="563841"/>
                  </a:lnTo>
                  <a:lnTo>
                    <a:pt x="237566" y="552526"/>
                  </a:lnTo>
                  <a:close/>
                </a:path>
                <a:path w="599440" h="581659">
                  <a:moveTo>
                    <a:pt x="237566" y="374357"/>
                  </a:moveTo>
                  <a:lnTo>
                    <a:pt x="235280" y="363054"/>
                  </a:lnTo>
                  <a:lnTo>
                    <a:pt x="229031" y="353796"/>
                  </a:lnTo>
                  <a:lnTo>
                    <a:pt x="219786" y="347560"/>
                  </a:lnTo>
                  <a:lnTo>
                    <a:pt x="208483" y="345274"/>
                  </a:lnTo>
                  <a:lnTo>
                    <a:pt x="197167" y="347560"/>
                  </a:lnTo>
                  <a:lnTo>
                    <a:pt x="187921" y="353796"/>
                  </a:lnTo>
                  <a:lnTo>
                    <a:pt x="181686" y="363054"/>
                  </a:lnTo>
                  <a:lnTo>
                    <a:pt x="179387" y="374357"/>
                  </a:lnTo>
                  <a:lnTo>
                    <a:pt x="181686" y="385673"/>
                  </a:lnTo>
                  <a:lnTo>
                    <a:pt x="187921" y="394919"/>
                  </a:lnTo>
                  <a:lnTo>
                    <a:pt x="197167" y="401154"/>
                  </a:lnTo>
                  <a:lnTo>
                    <a:pt x="208483" y="403440"/>
                  </a:lnTo>
                  <a:lnTo>
                    <a:pt x="219786" y="401154"/>
                  </a:lnTo>
                  <a:lnTo>
                    <a:pt x="229031" y="394919"/>
                  </a:lnTo>
                  <a:lnTo>
                    <a:pt x="235280" y="385673"/>
                  </a:lnTo>
                  <a:lnTo>
                    <a:pt x="237566" y="374357"/>
                  </a:lnTo>
                  <a:close/>
                </a:path>
                <a:path w="599440" h="581659">
                  <a:moveTo>
                    <a:pt x="237566" y="207251"/>
                  </a:moveTo>
                  <a:lnTo>
                    <a:pt x="235280" y="195935"/>
                  </a:lnTo>
                  <a:lnTo>
                    <a:pt x="229031" y="186690"/>
                  </a:lnTo>
                  <a:lnTo>
                    <a:pt x="219786" y="180454"/>
                  </a:lnTo>
                  <a:lnTo>
                    <a:pt x="208483" y="178155"/>
                  </a:lnTo>
                  <a:lnTo>
                    <a:pt x="197167" y="180454"/>
                  </a:lnTo>
                  <a:lnTo>
                    <a:pt x="187921" y="186690"/>
                  </a:lnTo>
                  <a:lnTo>
                    <a:pt x="181686" y="195935"/>
                  </a:lnTo>
                  <a:lnTo>
                    <a:pt x="179387" y="207251"/>
                  </a:lnTo>
                  <a:lnTo>
                    <a:pt x="181686" y="218554"/>
                  </a:lnTo>
                  <a:lnTo>
                    <a:pt x="187921" y="227799"/>
                  </a:lnTo>
                  <a:lnTo>
                    <a:pt x="197167" y="234048"/>
                  </a:lnTo>
                  <a:lnTo>
                    <a:pt x="208483" y="236334"/>
                  </a:lnTo>
                  <a:lnTo>
                    <a:pt x="219786" y="234048"/>
                  </a:lnTo>
                  <a:lnTo>
                    <a:pt x="229031" y="227799"/>
                  </a:lnTo>
                  <a:lnTo>
                    <a:pt x="235280" y="218554"/>
                  </a:lnTo>
                  <a:lnTo>
                    <a:pt x="237566" y="207251"/>
                  </a:lnTo>
                  <a:close/>
                </a:path>
                <a:path w="599440" h="581659">
                  <a:moveTo>
                    <a:pt x="237566" y="29083"/>
                  </a:moveTo>
                  <a:lnTo>
                    <a:pt x="235280" y="17767"/>
                  </a:lnTo>
                  <a:lnTo>
                    <a:pt x="229031" y="8521"/>
                  </a:lnTo>
                  <a:lnTo>
                    <a:pt x="219786" y="2286"/>
                  </a:lnTo>
                  <a:lnTo>
                    <a:pt x="208483" y="0"/>
                  </a:lnTo>
                  <a:lnTo>
                    <a:pt x="197167" y="2286"/>
                  </a:lnTo>
                  <a:lnTo>
                    <a:pt x="187921" y="8521"/>
                  </a:lnTo>
                  <a:lnTo>
                    <a:pt x="181686" y="17767"/>
                  </a:lnTo>
                  <a:lnTo>
                    <a:pt x="179387" y="29083"/>
                  </a:lnTo>
                  <a:lnTo>
                    <a:pt x="181686" y="40386"/>
                  </a:lnTo>
                  <a:lnTo>
                    <a:pt x="187921" y="49631"/>
                  </a:lnTo>
                  <a:lnTo>
                    <a:pt x="197167" y="55880"/>
                  </a:lnTo>
                  <a:lnTo>
                    <a:pt x="208483" y="58166"/>
                  </a:lnTo>
                  <a:lnTo>
                    <a:pt x="219786" y="55880"/>
                  </a:lnTo>
                  <a:lnTo>
                    <a:pt x="229031" y="49631"/>
                  </a:lnTo>
                  <a:lnTo>
                    <a:pt x="235280" y="40386"/>
                  </a:lnTo>
                  <a:lnTo>
                    <a:pt x="237566" y="29083"/>
                  </a:lnTo>
                  <a:close/>
                </a:path>
                <a:path w="599440" h="581659">
                  <a:moveTo>
                    <a:pt x="419417" y="552526"/>
                  </a:moveTo>
                  <a:lnTo>
                    <a:pt x="417131" y="541223"/>
                  </a:lnTo>
                  <a:lnTo>
                    <a:pt x="410895" y="531964"/>
                  </a:lnTo>
                  <a:lnTo>
                    <a:pt x="401637" y="525729"/>
                  </a:lnTo>
                  <a:lnTo>
                    <a:pt x="390334" y="523443"/>
                  </a:lnTo>
                  <a:lnTo>
                    <a:pt x="379018" y="525729"/>
                  </a:lnTo>
                  <a:lnTo>
                    <a:pt x="369773" y="531964"/>
                  </a:lnTo>
                  <a:lnTo>
                    <a:pt x="363537" y="541223"/>
                  </a:lnTo>
                  <a:lnTo>
                    <a:pt x="361251" y="552526"/>
                  </a:lnTo>
                  <a:lnTo>
                    <a:pt x="363537" y="563841"/>
                  </a:lnTo>
                  <a:lnTo>
                    <a:pt x="369773" y="573087"/>
                  </a:lnTo>
                  <a:lnTo>
                    <a:pt x="379018" y="579323"/>
                  </a:lnTo>
                  <a:lnTo>
                    <a:pt x="390334" y="581609"/>
                  </a:lnTo>
                  <a:lnTo>
                    <a:pt x="401637" y="579323"/>
                  </a:lnTo>
                  <a:lnTo>
                    <a:pt x="410895" y="573087"/>
                  </a:lnTo>
                  <a:lnTo>
                    <a:pt x="417131" y="563841"/>
                  </a:lnTo>
                  <a:lnTo>
                    <a:pt x="419417" y="552526"/>
                  </a:lnTo>
                  <a:close/>
                </a:path>
                <a:path w="599440" h="581659">
                  <a:moveTo>
                    <a:pt x="419417" y="374357"/>
                  </a:moveTo>
                  <a:lnTo>
                    <a:pt x="417131" y="363054"/>
                  </a:lnTo>
                  <a:lnTo>
                    <a:pt x="410895" y="353796"/>
                  </a:lnTo>
                  <a:lnTo>
                    <a:pt x="401637" y="347560"/>
                  </a:lnTo>
                  <a:lnTo>
                    <a:pt x="390334" y="345274"/>
                  </a:lnTo>
                  <a:lnTo>
                    <a:pt x="379018" y="347560"/>
                  </a:lnTo>
                  <a:lnTo>
                    <a:pt x="369773" y="353796"/>
                  </a:lnTo>
                  <a:lnTo>
                    <a:pt x="363537" y="363054"/>
                  </a:lnTo>
                  <a:lnTo>
                    <a:pt x="361251" y="374357"/>
                  </a:lnTo>
                  <a:lnTo>
                    <a:pt x="363537" y="385673"/>
                  </a:lnTo>
                  <a:lnTo>
                    <a:pt x="369773" y="394919"/>
                  </a:lnTo>
                  <a:lnTo>
                    <a:pt x="379018" y="401154"/>
                  </a:lnTo>
                  <a:lnTo>
                    <a:pt x="390334" y="403440"/>
                  </a:lnTo>
                  <a:lnTo>
                    <a:pt x="401637" y="401154"/>
                  </a:lnTo>
                  <a:lnTo>
                    <a:pt x="410895" y="394919"/>
                  </a:lnTo>
                  <a:lnTo>
                    <a:pt x="417131" y="385673"/>
                  </a:lnTo>
                  <a:lnTo>
                    <a:pt x="419417" y="374357"/>
                  </a:lnTo>
                  <a:close/>
                </a:path>
                <a:path w="599440" h="581659">
                  <a:moveTo>
                    <a:pt x="419417" y="207251"/>
                  </a:moveTo>
                  <a:lnTo>
                    <a:pt x="417131" y="195935"/>
                  </a:lnTo>
                  <a:lnTo>
                    <a:pt x="410895" y="186690"/>
                  </a:lnTo>
                  <a:lnTo>
                    <a:pt x="401637" y="180454"/>
                  </a:lnTo>
                  <a:lnTo>
                    <a:pt x="390334" y="178155"/>
                  </a:lnTo>
                  <a:lnTo>
                    <a:pt x="379018" y="180454"/>
                  </a:lnTo>
                  <a:lnTo>
                    <a:pt x="369773" y="186690"/>
                  </a:lnTo>
                  <a:lnTo>
                    <a:pt x="363537" y="195935"/>
                  </a:lnTo>
                  <a:lnTo>
                    <a:pt x="361251" y="207251"/>
                  </a:lnTo>
                  <a:lnTo>
                    <a:pt x="363537" y="218554"/>
                  </a:lnTo>
                  <a:lnTo>
                    <a:pt x="369773" y="227799"/>
                  </a:lnTo>
                  <a:lnTo>
                    <a:pt x="379018" y="234048"/>
                  </a:lnTo>
                  <a:lnTo>
                    <a:pt x="390334" y="236334"/>
                  </a:lnTo>
                  <a:lnTo>
                    <a:pt x="401637" y="234048"/>
                  </a:lnTo>
                  <a:lnTo>
                    <a:pt x="410895" y="227799"/>
                  </a:lnTo>
                  <a:lnTo>
                    <a:pt x="417131" y="218554"/>
                  </a:lnTo>
                  <a:lnTo>
                    <a:pt x="419417" y="207251"/>
                  </a:lnTo>
                  <a:close/>
                </a:path>
                <a:path w="599440" h="581659">
                  <a:moveTo>
                    <a:pt x="419417" y="29083"/>
                  </a:moveTo>
                  <a:lnTo>
                    <a:pt x="417131" y="17767"/>
                  </a:lnTo>
                  <a:lnTo>
                    <a:pt x="410895" y="8521"/>
                  </a:lnTo>
                  <a:lnTo>
                    <a:pt x="401637" y="2286"/>
                  </a:lnTo>
                  <a:lnTo>
                    <a:pt x="390334" y="0"/>
                  </a:lnTo>
                  <a:lnTo>
                    <a:pt x="379018" y="2286"/>
                  </a:lnTo>
                  <a:lnTo>
                    <a:pt x="369773" y="8521"/>
                  </a:lnTo>
                  <a:lnTo>
                    <a:pt x="363537" y="17767"/>
                  </a:lnTo>
                  <a:lnTo>
                    <a:pt x="361251" y="29083"/>
                  </a:lnTo>
                  <a:lnTo>
                    <a:pt x="363537" y="40386"/>
                  </a:lnTo>
                  <a:lnTo>
                    <a:pt x="369773" y="49631"/>
                  </a:lnTo>
                  <a:lnTo>
                    <a:pt x="379018" y="55880"/>
                  </a:lnTo>
                  <a:lnTo>
                    <a:pt x="390334" y="58166"/>
                  </a:lnTo>
                  <a:lnTo>
                    <a:pt x="401637" y="55880"/>
                  </a:lnTo>
                  <a:lnTo>
                    <a:pt x="410895" y="49631"/>
                  </a:lnTo>
                  <a:lnTo>
                    <a:pt x="417131" y="40386"/>
                  </a:lnTo>
                  <a:lnTo>
                    <a:pt x="419417" y="29083"/>
                  </a:lnTo>
                  <a:close/>
                </a:path>
                <a:path w="599440" h="581659">
                  <a:moveTo>
                    <a:pt x="598817" y="552526"/>
                  </a:moveTo>
                  <a:lnTo>
                    <a:pt x="596531" y="541223"/>
                  </a:lnTo>
                  <a:lnTo>
                    <a:pt x="590283" y="531964"/>
                  </a:lnTo>
                  <a:lnTo>
                    <a:pt x="581037" y="525729"/>
                  </a:lnTo>
                  <a:lnTo>
                    <a:pt x="569734" y="523443"/>
                  </a:lnTo>
                  <a:lnTo>
                    <a:pt x="558419" y="525729"/>
                  </a:lnTo>
                  <a:lnTo>
                    <a:pt x="549173" y="531964"/>
                  </a:lnTo>
                  <a:lnTo>
                    <a:pt x="542937" y="541223"/>
                  </a:lnTo>
                  <a:lnTo>
                    <a:pt x="540639" y="552526"/>
                  </a:lnTo>
                  <a:lnTo>
                    <a:pt x="542937" y="563841"/>
                  </a:lnTo>
                  <a:lnTo>
                    <a:pt x="549173" y="573087"/>
                  </a:lnTo>
                  <a:lnTo>
                    <a:pt x="558419" y="579323"/>
                  </a:lnTo>
                  <a:lnTo>
                    <a:pt x="569734" y="581609"/>
                  </a:lnTo>
                  <a:lnTo>
                    <a:pt x="581037" y="579323"/>
                  </a:lnTo>
                  <a:lnTo>
                    <a:pt x="590283" y="573087"/>
                  </a:lnTo>
                  <a:lnTo>
                    <a:pt x="596531" y="563841"/>
                  </a:lnTo>
                  <a:lnTo>
                    <a:pt x="598817" y="552526"/>
                  </a:lnTo>
                  <a:close/>
                </a:path>
                <a:path w="599440" h="581659">
                  <a:moveTo>
                    <a:pt x="598817" y="374357"/>
                  </a:moveTo>
                  <a:lnTo>
                    <a:pt x="596531" y="363054"/>
                  </a:lnTo>
                  <a:lnTo>
                    <a:pt x="590283" y="353796"/>
                  </a:lnTo>
                  <a:lnTo>
                    <a:pt x="581037" y="347560"/>
                  </a:lnTo>
                  <a:lnTo>
                    <a:pt x="569734" y="345274"/>
                  </a:lnTo>
                  <a:lnTo>
                    <a:pt x="558419" y="347560"/>
                  </a:lnTo>
                  <a:lnTo>
                    <a:pt x="549173" y="353796"/>
                  </a:lnTo>
                  <a:lnTo>
                    <a:pt x="542937" y="363054"/>
                  </a:lnTo>
                  <a:lnTo>
                    <a:pt x="540639" y="374357"/>
                  </a:lnTo>
                  <a:lnTo>
                    <a:pt x="542937" y="385673"/>
                  </a:lnTo>
                  <a:lnTo>
                    <a:pt x="549173" y="394919"/>
                  </a:lnTo>
                  <a:lnTo>
                    <a:pt x="558419" y="401154"/>
                  </a:lnTo>
                  <a:lnTo>
                    <a:pt x="569734" y="403440"/>
                  </a:lnTo>
                  <a:lnTo>
                    <a:pt x="581037" y="401154"/>
                  </a:lnTo>
                  <a:lnTo>
                    <a:pt x="590283" y="394919"/>
                  </a:lnTo>
                  <a:lnTo>
                    <a:pt x="596531" y="385673"/>
                  </a:lnTo>
                  <a:lnTo>
                    <a:pt x="598817" y="374357"/>
                  </a:lnTo>
                  <a:close/>
                </a:path>
                <a:path w="599440" h="581659">
                  <a:moveTo>
                    <a:pt x="598817" y="207251"/>
                  </a:moveTo>
                  <a:lnTo>
                    <a:pt x="596531" y="195935"/>
                  </a:lnTo>
                  <a:lnTo>
                    <a:pt x="590283" y="186690"/>
                  </a:lnTo>
                  <a:lnTo>
                    <a:pt x="581037" y="180454"/>
                  </a:lnTo>
                  <a:lnTo>
                    <a:pt x="569734" y="178155"/>
                  </a:lnTo>
                  <a:lnTo>
                    <a:pt x="558419" y="180454"/>
                  </a:lnTo>
                  <a:lnTo>
                    <a:pt x="549173" y="186690"/>
                  </a:lnTo>
                  <a:lnTo>
                    <a:pt x="542937" y="195935"/>
                  </a:lnTo>
                  <a:lnTo>
                    <a:pt x="540639" y="207251"/>
                  </a:lnTo>
                  <a:lnTo>
                    <a:pt x="542937" y="218554"/>
                  </a:lnTo>
                  <a:lnTo>
                    <a:pt x="549173" y="227799"/>
                  </a:lnTo>
                  <a:lnTo>
                    <a:pt x="558419" y="234048"/>
                  </a:lnTo>
                  <a:lnTo>
                    <a:pt x="569734" y="236334"/>
                  </a:lnTo>
                  <a:lnTo>
                    <a:pt x="581037" y="234048"/>
                  </a:lnTo>
                  <a:lnTo>
                    <a:pt x="590283" y="227799"/>
                  </a:lnTo>
                  <a:lnTo>
                    <a:pt x="596531" y="218554"/>
                  </a:lnTo>
                  <a:lnTo>
                    <a:pt x="598817" y="207251"/>
                  </a:lnTo>
                  <a:close/>
                </a:path>
                <a:path w="599440" h="581659">
                  <a:moveTo>
                    <a:pt x="598817" y="29083"/>
                  </a:moveTo>
                  <a:lnTo>
                    <a:pt x="596531" y="17767"/>
                  </a:lnTo>
                  <a:lnTo>
                    <a:pt x="590283" y="8521"/>
                  </a:lnTo>
                  <a:lnTo>
                    <a:pt x="581037" y="2286"/>
                  </a:lnTo>
                  <a:lnTo>
                    <a:pt x="569734" y="0"/>
                  </a:lnTo>
                  <a:lnTo>
                    <a:pt x="558419" y="2286"/>
                  </a:lnTo>
                  <a:lnTo>
                    <a:pt x="549173" y="8521"/>
                  </a:lnTo>
                  <a:lnTo>
                    <a:pt x="542937" y="17767"/>
                  </a:lnTo>
                  <a:lnTo>
                    <a:pt x="540639" y="29083"/>
                  </a:lnTo>
                  <a:lnTo>
                    <a:pt x="542937" y="40386"/>
                  </a:lnTo>
                  <a:lnTo>
                    <a:pt x="549173" y="49631"/>
                  </a:lnTo>
                  <a:lnTo>
                    <a:pt x="558419" y="55880"/>
                  </a:lnTo>
                  <a:lnTo>
                    <a:pt x="569734" y="58166"/>
                  </a:lnTo>
                  <a:lnTo>
                    <a:pt x="581037" y="55880"/>
                  </a:lnTo>
                  <a:lnTo>
                    <a:pt x="590283" y="49631"/>
                  </a:lnTo>
                  <a:lnTo>
                    <a:pt x="596531" y="40386"/>
                  </a:lnTo>
                  <a:lnTo>
                    <a:pt x="598817" y="29083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Title 1"/>
          <p:cNvSpPr txBox="1">
            <a:spLocks/>
          </p:cNvSpPr>
          <p:nvPr/>
        </p:nvSpPr>
        <p:spPr>
          <a:xfrm>
            <a:off x="1295400" y="3169306"/>
            <a:ext cx="9345926" cy="147732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300" b="0" i="0">
                <a:solidFill>
                  <a:schemeClr val="bg1"/>
                </a:solidFill>
                <a:latin typeface="Verdana"/>
                <a:ea typeface="+mj-ea"/>
                <a:cs typeface="Verdana"/>
              </a:defRPr>
            </a:lvl1pPr>
          </a:lstStyle>
          <a:p>
            <a:pPr algn="ctr"/>
            <a:r>
              <a:rPr lang="en-US" sz="9600" u="sng" dirty="0">
                <a:solidFill>
                  <a:srgbClr val="1A5F11"/>
                </a:solidFill>
                <a:latin typeface="Arial Black" panose="020B0A04020102020204" pitchFamily="34" charset="0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311688104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826</TotalTime>
  <Words>1592</Words>
  <Application>Microsoft Office PowerPoint</Application>
  <PresentationFormat>Custom</PresentationFormat>
  <Paragraphs>241</Paragraphs>
  <Slides>16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8" baseType="lpstr">
      <vt:lpstr>Algerian</vt:lpstr>
      <vt:lpstr>Arial</vt:lpstr>
      <vt:lpstr>Arial Black</vt:lpstr>
      <vt:lpstr>Bahnschrift</vt:lpstr>
      <vt:lpstr>Bahnschrift Condensed</vt:lpstr>
      <vt:lpstr>Calibri</vt:lpstr>
      <vt:lpstr>Calibri Light</vt:lpstr>
      <vt:lpstr>Tahoma</vt:lpstr>
      <vt:lpstr>Times New Roman</vt:lpstr>
      <vt:lpstr>Verdana</vt:lpstr>
      <vt:lpstr>Wingdings</vt:lpstr>
      <vt:lpstr>Office Theme</vt:lpstr>
      <vt:lpstr>INITIAL DEFENSE FYP PRESENTATION</vt:lpstr>
      <vt:lpstr>PowerPoint Presentation</vt:lpstr>
      <vt:lpstr>PowerPoint Presentation</vt:lpstr>
      <vt:lpstr>PowerPoint Presentation</vt:lpstr>
      <vt:lpstr>Earth has 1.4 billion cubic kilometers of water, but 97% is salty and not usable for drinking or farming.</vt:lpstr>
      <vt:lpstr>93% of Pakistan’s freshwater is used for agriculture.</vt:lpstr>
      <vt:lpstr>PowerPoint Presentation</vt:lpstr>
      <vt:lpstr>LITERATURE REVIEW</vt:lpstr>
      <vt:lpstr>PowerPoint Presentation</vt:lpstr>
      <vt:lpstr>METHODOLOGY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We Are Here To Answer Any Questions You May Have.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White Green Modern geometric Innovation Agriculture Presentation</dc:title>
  <dc:creator>Mohxin Xhaikh</dc:creator>
  <cp:keywords>DAGoLtbE9JM,BAGRx24yidA,0</cp:keywords>
  <cp:lastModifiedBy>Aasim</cp:lastModifiedBy>
  <cp:revision>151</cp:revision>
  <dcterms:created xsi:type="dcterms:W3CDTF">2025-05-22T17:07:29Z</dcterms:created>
  <dcterms:modified xsi:type="dcterms:W3CDTF">2025-05-31T19:40:51Z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2025-05-22T00:00:00Z</vt:filetime>
  </property>
  <property fmtid="{D5CDD505-2E9C-101B-9397-08002B2CF9AE}" pid="3" name="Creator">
    <vt:lpwstr>Canva</vt:lpwstr>
  </property>
  <property fmtid="{D5CDD505-2E9C-101B-9397-08002B2CF9AE}" pid="4" name="LastSaved">
    <vt:filetime>2025-05-22T00:00:00Z</vt:filetime>
  </property>
  <property fmtid="{D5CDD505-2E9C-101B-9397-08002B2CF9AE}" pid="5" name="Producer">
    <vt:lpwstr>Canva</vt:lpwstr>
  </property>
</Properties>
</file>